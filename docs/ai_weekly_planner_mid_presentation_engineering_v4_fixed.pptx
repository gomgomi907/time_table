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AI 조율 주간 플래너 중간발표</a:t>
            </a:r>
          </a:p>
          <a:p>
            <a:r>
              <a:rPr sz="1100" b="0">
                <a:solidFill>
                  <a:srgbClr val="5A5A5A"/>
                </a:solidFill>
                <a:latin typeface="Malgun Gothic"/>
              </a:rPr>
              <a:t>설계 및 시스템 구조 중심 / 화면 디자인 제외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프로젝트명: AI 조율 주간 플래너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목표: 일정·할 일·목표를 하나의 주간 계획으로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      통합하고, AI가 재배치안을 제안하되 최종 결정은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      사용자가 수행하는 서비스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337560"/>
            <a:ext cx="1737360" cy="310896"/>
          </a:xfrm>
          <a:prstGeom prst="roundRect">
            <a:avLst/>
          </a:prstGeom>
          <a:solidFill>
            <a:srgbClr val="466496"/>
          </a:solidFill>
          <a:ln>
            <a:solidFill>
              <a:srgbClr val="46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발표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문제 정의 및 설계 목표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시스템 전체 구조 및 데이터 흐름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핵심 기능 설계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프롬프트 및 AI 조율 방식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구현 계획, 리스크, 향후 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1. 문제 정의 및 설계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47472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18488"/>
            <a:ext cx="334670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일정은 Calendar, 할 일은 Tasks,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목표는 메모/머릿속에 분산됨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사용자는 “지금 무엇을 해야 하는가”를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즉시 파악하기 어려움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일정 변경 시 전체 주간 계획을 다시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맞추는 비용이 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347472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핵심 요구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18488"/>
            <a:ext cx="334670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주간 단위 통합 계획 수립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실시간 재조정 제안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사용자 승인 기반 반영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외부 캘린더/태스크와 양방향 동기화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234440"/>
            <a:ext cx="347472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설계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7" y="1618488"/>
            <a:ext cx="334670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설명 가능성: 왜 이렇게 배치했는지 제시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통제 가능성: 자동 변경이 아닌 제안 후 승인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실용성: 5분 단위 내부 해상도,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UI는 60분 격자 기반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1920240" cy="310896"/>
          </a:xfrm>
          <a:prstGeom prst="roundRect">
            <a:avLst/>
          </a:prstGeom>
          <a:solidFill>
            <a:srgbClr val="466496"/>
          </a:solidFill>
          <a:ln>
            <a:solidFill>
              <a:srgbClr val="46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최종 산출물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주간 화면: 일정·할 일·목표를 통합한 주간 플래너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집중 화면: 현재 시점에 수행할 항목만 단순하게 제시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조율 기능: 일정 충돌, 지연, 공백 발생 시 재배치안 생성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2. 시스템 전체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1945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Frontend (React)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801368"/>
            <a:ext cx="206654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주간 플래너 화면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집중 모드 화면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승인/수정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18872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1188720"/>
            <a:ext cx="237744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Backend API (Go)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572768"/>
            <a:ext cx="224942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사용자/계획 CRUD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동기화 트리거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AI 조율 요청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승인 후 반영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91440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914400"/>
            <a:ext cx="2606040" cy="310896"/>
          </a:xfrm>
          <a:prstGeom prst="rect">
            <a:avLst/>
          </a:prstGeom>
          <a:solidFill>
            <a:srgbClr val="E2EAF6"/>
          </a:solidFill>
          <a:ln>
            <a:solidFill>
              <a:srgbClr val="E2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298448"/>
            <a:ext cx="247802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시간 슬롯 생성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제약조건 검사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24028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2240280"/>
            <a:ext cx="2606040" cy="310896"/>
          </a:xfrm>
          <a:prstGeom prst="rect">
            <a:avLst/>
          </a:prstGeom>
          <a:solidFill>
            <a:srgbClr val="E2EAF6"/>
          </a:solidFill>
          <a:ln>
            <a:solidFill>
              <a:srgbClr val="E2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LLM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624328"/>
            <a:ext cx="247802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재조정안 생성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이유/설명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18872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188720"/>
            <a:ext cx="24688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572768"/>
            <a:ext cx="234086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PostgreSQL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계획 블록/목표/제안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이력 및 상태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749039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3749039"/>
            <a:ext cx="29260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External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4133087"/>
            <a:ext cx="27980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Google Calendar API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Google Tasks API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OAuth 기반 계정 연동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2103120"/>
            <a:ext cx="320040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532120" y="1417320"/>
            <a:ext cx="274320" cy="36576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468880"/>
            <a:ext cx="274320" cy="27432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12480" y="1417320"/>
            <a:ext cx="411480" cy="32004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412480" y="2286000"/>
            <a:ext cx="411480" cy="45720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617720" y="3017520"/>
            <a:ext cx="0" cy="731519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Malgun Gothic"/>
              </a:rPr>
              <a:t>핵심 구조: Rule Engine이 실행 가능한 후보안을 만들고, LLM은 그 안에서 조정안과 설명을 생성한다.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3. 계획 생성 및 재조정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7373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1) 입력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258567"/>
            <a:ext cx="16093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Calendar/Tasks 불러오기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사용자 목표·우선순위 입력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39" y="2834640"/>
            <a:ext cx="594361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1874519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874519"/>
            <a:ext cx="17373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2) 정규화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258567"/>
            <a:ext cx="16093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일정/할 일/목표를 공통 구조로 변환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고정 일정과 유동 일정 분리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834640"/>
            <a:ext cx="594360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0" y="1874519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1874519"/>
            <a:ext cx="17373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3) 슬롯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258567"/>
            <a:ext cx="16093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빈 시간대 탐색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5분 단위 내부 슬롯화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79" y="2834640"/>
            <a:ext cx="594361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35240" y="1874519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874519"/>
            <a:ext cx="17373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4) 조율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258567"/>
            <a:ext cx="16093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Rule Engine으로 후보안 생성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LLM이 설명 포함 재배치안 생성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72600" y="2834640"/>
            <a:ext cx="594359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66960" y="1874519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1874519"/>
            <a:ext cx="17373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5) 승인/반영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0968" y="2258567"/>
            <a:ext cx="16093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사용자 승인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Malgun Gothic"/>
              </a:rPr>
              <a:t>DB 저장 및 외부 서비스 동기화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34840"/>
            <a:ext cx="2011680" cy="310896"/>
          </a:xfrm>
          <a:prstGeom prst="roundRect">
            <a:avLst/>
          </a:prstGeom>
          <a:solidFill>
            <a:srgbClr val="466496"/>
          </a:solidFill>
          <a:ln>
            <a:solidFill>
              <a:srgbClr val="46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재조정 트리거 예시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사용자가 일정을 늦춤 / 조기 완료함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새 일정이 삽입되어 기존 계획과 충돌함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목표 진척이 부족하여 주간 잔여 시간을 재배치해야 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4. 핵심 기능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74320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주간 플래너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18488"/>
            <a:ext cx="261518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60분 격자 기반 주간 보기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일정 블록과 작업 블록 동시 표기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목표 진행률 및 여유 시간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3444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1234440"/>
            <a:ext cx="274320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집중 모드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1618488"/>
            <a:ext cx="261518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현재 시점의 할 일 1개 제시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Done / Early Finish / Snooze / Miss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입력 즉시 재조정 트리거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572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457200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AI 조율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618488"/>
            <a:ext cx="444398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일정 충돌 시 이동 후보 시간 제안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목표 미달 시 보강 슬롯 삽입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사용자 선호 시간대, 집중 시간, 회피 시간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51663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동기화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995928"/>
            <a:ext cx="503834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최초 1회 전체 가져오기 후 변경분 동기화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사용자 앱 내 수정 ↔ Google Calendar / Tasks 반영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충돌 시 외부 원본과 내부 계획을 구분하여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61188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611880"/>
            <a:ext cx="507492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승인 중심 UX 정책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995928"/>
            <a:ext cx="494690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AI는 “자동 확정”이 아니라 “조정안 제안” 역할 수행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이동 이유, 예상 효과, 영향 범위를 함께 제시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승인/거절 이력을 저장하여 추천 품질 개선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5. 데이터 구조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0116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18488"/>
            <a:ext cx="188366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id, title, due_at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duration_min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priority, energy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2344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234440"/>
            <a:ext cx="20116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1618488"/>
            <a:ext cx="188366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id, title, type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target_value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current_value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34440"/>
            <a:ext cx="2194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234440"/>
            <a:ext cx="21945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CalendarEvent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618488"/>
            <a:ext cx="206654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id, start_at, end_at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fixed 여부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source(Calendar)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sync_token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234440"/>
            <a:ext cx="2194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234440"/>
            <a:ext cx="21945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PlanBlock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1618488"/>
            <a:ext cx="206654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id, start_at, end_at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kind(task/goal/event)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origin_id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234440"/>
            <a:ext cx="1463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84080" y="1234440"/>
            <a:ext cx="146304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1618488"/>
            <a:ext cx="1335024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id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before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after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reason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1645920" cy="310896"/>
          </a:xfrm>
          <a:prstGeom prst="roundRect">
            <a:avLst/>
          </a:prstGeom>
          <a:solidFill>
            <a:srgbClr val="466496"/>
          </a:solidFill>
          <a:ln>
            <a:solidFill>
              <a:srgbClr val="46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설계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외부 원본 객체와 내부 계획 객체를 분리하여 동기화 충돌을 줄인다.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조정 결과는 Proposal로 기록하여 “제안 → 승인 → 반영” 상태 전이를 관리한다.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목표는 시간형·수치형을 모두 수용할 수 있도록 일반화된 구조로 설계한다.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6. 프롬프트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49377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49377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프롬프트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18488"/>
            <a:ext cx="4809744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System: 역할 정의 (주간 일정 조율 보조자)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Context: 기존 일정, 목표, 선호 시간대, 제약조건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Objective: 충돌 해결 또는 목표 보강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Output Rule: JSON 스키마 강제, 설명 문장 길이 제한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/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예시 지시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“고정 일정은 유지하고, 이동 가능한 작업만 재배치하라.”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“각 제안마다 이동 이유와 예상 효과를 1~2문장으로 설명하라.”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234440"/>
            <a:ext cx="47548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6440" y="1234440"/>
            <a:ext cx="47548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출력 스키마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1618488"/>
            <a:ext cx="4626864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{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"action": "reschedule",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"proposals": [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  {"task_id": "T12",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   "from": "Tue 14:00",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   "to": "Tue 16:00",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   "reason": "고정 수업과 충돌 제거"}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],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  "summary": "오후 공백 시간을 활용하여 재배치"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Malgun Gothic"/>
              </a:rPr>
              <a:t>설계 원칙: LLM이 전체 일정을 임의 생성하지 않고, 규칙 기반 후보 범위 안에서 선택·설명하게 하여 안정성을 높인다.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7. 구현 계획 및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926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9260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18488"/>
            <a:ext cx="279806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Frontend: React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Backend: API 서버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LLM: gemma 계열 + llama.cpp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Malgun Gothic"/>
              </a:rPr>
              <a:t>Storage: RDB 기반 상태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23444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1234440"/>
            <a:ext cx="347472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현재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1618488"/>
            <a:ext cx="33467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Malgun Gothic"/>
              </a:rPr>
              <a:t>서비스 구조 및 화면 역할 정의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Malgun Gothic"/>
              </a:rPr>
              <a:t>핵심 기능 분해 완료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Malgun Gothic"/>
              </a:rPr>
              <a:t>동기화/조율 방식 설계 진행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23444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234440"/>
            <a:ext cx="35661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다음 구현 우선순위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1618488"/>
            <a:ext cx="343814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Malgun Gothic"/>
              </a:rPr>
              <a:t>데이터 모델 및 API 스펙 고정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Malgun Gothic"/>
              </a:rPr>
              <a:t>Google 연동 MVP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Malgun Gothic"/>
              </a:rPr>
              <a:t>기본 주간 플래너 화면 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828800" cy="310896"/>
          </a:xfrm>
          <a:prstGeom prst="roundRect">
            <a:avLst/>
          </a:prstGeom>
          <a:solidFill>
            <a:srgbClr val="466496"/>
          </a:solidFill>
          <a:ln>
            <a:solidFill>
              <a:srgbClr val="46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향후 일정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29260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29260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361687"/>
            <a:ext cx="2798064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840480" y="3977639"/>
            <a:ext cx="128016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3977639"/>
            <a:ext cx="12801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1주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4361687"/>
            <a:ext cx="1152144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86400" y="3977639"/>
            <a:ext cx="128016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3977639"/>
            <a:ext cx="12801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2주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8" y="4361687"/>
            <a:ext cx="1152144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132320" y="3977639"/>
            <a:ext cx="128016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3977639"/>
            <a:ext cx="12801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3주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4361687"/>
            <a:ext cx="1152144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778240" y="3977639"/>
            <a:ext cx="128016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3977639"/>
            <a:ext cx="128016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4주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4361687"/>
            <a:ext cx="1152144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1520" y="4434840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데이터 모델 /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434840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50208" y="4507992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4434840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6128" y="4507992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0" y="4434840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4434840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864607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외부 연동 MVP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4864607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4864607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96128" y="4937759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0" y="4864607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42048" y="4937759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4864607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5294375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조율 엔진 구현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5294375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5294375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96128" y="5367527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0" y="5294375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42048" y="5367527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78240" y="5294375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87968" y="5367527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5724144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algun Gothic"/>
              </a:rPr>
              <a:t>기본 UI 연결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5724144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0" y="5724144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2320" y="5724144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42048" y="5797296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78240" y="5724144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87968" y="5797296"/>
            <a:ext cx="1060704" cy="219456"/>
          </a:xfrm>
          <a:prstGeom prst="rect">
            <a:avLst/>
          </a:prstGeom>
          <a:solidFill>
            <a:srgbClr val="5F78AA"/>
          </a:solidFill>
          <a:ln>
            <a:solidFill>
              <a:srgbClr val="5F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8. 예상 리스크 및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3832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리스크 1: 일정 추천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18488"/>
            <a:ext cx="325526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제약조건 누락 시 비현실적 배치 가능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대응: Rule Engine 선검증 후 LLM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234440"/>
            <a:ext cx="338328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리스크 2: 동기화 충돌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1618488"/>
            <a:ext cx="325526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외부 서비스 수정과 내부 계획 수정이 충돌 가능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대응: 원본/계획 객체 분리 및 승인 이력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234440"/>
            <a:ext cx="3200400" cy="310896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리스크 3: 사용자 신뢰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1618488"/>
            <a:ext cx="307238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자동 변경은 거부감 유발 가능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Malgun Gothic"/>
              </a:rPr>
              <a:t>대응: 제안 중심 UX, 사유 설명, 승인 기반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2011680" cy="310896"/>
          </a:xfrm>
          <a:prstGeom prst="roundRect">
            <a:avLst/>
          </a:prstGeom>
          <a:solidFill>
            <a:srgbClr val="466496"/>
          </a:solidFill>
          <a:ln>
            <a:solidFill>
              <a:srgbClr val="46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중간발표 시점 결론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본 프로젝트의 핵심은 “예쁜 캘린더”가 아니라 “조율 가능한 계획 시스템”이다.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현재 단계에서는 UI보다 구조 설계, 데이터 모델, 조율 로직, 동기화 정책을 우선 확정하는 것이 타당하다.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Malgun Gothic"/>
              </a:rPr>
              <a:t>다음 단계에서 MVP를 구현하고 실제 사용 흐름을 검증할 예정이다.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algun Gothic"/>
              </a:rPr>
              <a:t>9.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AI 조율 주간 플래너는 일정·할 일·목표를 통합하여 주간 계획을 생성하고 재조정하는 서비스이다.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핵심 구조는 Frontend / Backend / Rule Engine / LLM / 동기화 계층으로 구성된다.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핵심 기능은 주간 플래너, 집중 모드, AI 조율, 승인 기반 반영, 외부 연동이다.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LLM은 전체 계획을 임의 생성하는 대신, 규칙 기반 후보 범위 안에서 조정안과 설명을 생성하도록 설계한다.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Malgun Gothic"/>
              </a:rPr>
              <a:t>다음 단계에서는 데이터 모델과 API를 고정하고 Google 연동 MVP를 구현한다.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Malgun 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