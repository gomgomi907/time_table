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749808"/>
            <a:ext cx="5669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인자부터 니 이름은 춘식이여  ·  이근산  ·  2026.04.16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2286000"/>
            <a:ext cx="384048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타임테이블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2697480"/>
            <a:ext cx="4206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4F4F4F"/>
                </a:solidFill>
                <a:latin typeface="Malgun Gothic"/>
              </a:rPr>
              <a:t>AI 기반 일정 관리 비서 서비스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0" y="4617720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29800" y="4617720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20" y="4617720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4617720"/>
            <a:ext cx="484632" cy="274320"/>
          </a:xfrm>
          <a:prstGeom prst="rect">
            <a:avLst/>
          </a:prstGeom>
          <a:solidFill>
            <a:srgbClr val="EBEBEB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4910328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4910328"/>
            <a:ext cx="484632" cy="274320"/>
          </a:xfrm>
          <a:prstGeom prst="rect">
            <a:avLst/>
          </a:prstGeom>
          <a:solidFill>
            <a:srgbClr val="EBEBEB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2720" y="4910328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35640" y="4910328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5202936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29800" y="5202936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720" y="5202936"/>
            <a:ext cx="484632" cy="274320"/>
          </a:xfrm>
          <a:prstGeom prst="rect">
            <a:avLst/>
          </a:prstGeom>
          <a:solidFill>
            <a:srgbClr val="EBEBEB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5202936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5495544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29800" y="5495544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32720" y="5495544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35640" y="5495544"/>
            <a:ext cx="484632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일정 관리의 진짜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일정 관리의 본질적인 어려움은 기록이 아니라 조율이다.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566928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계획을 세우는 것보다 바뀐 일정을 다시 맞추는 과정이 더 힘들다.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회의, 과제, 개인 일정이 겹칠수록 직접 재계산해야 하는 부담이 커진다.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사용자는 저장보다 재조정에서 더 큰 피로를 느낀다.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965960"/>
            <a:ext cx="141732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2221992"/>
            <a:ext cx="1417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3608" y="2971800"/>
            <a:ext cx="1417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2130552"/>
            <a:ext cx="1005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캘린더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386584"/>
            <a:ext cx="1005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태스크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3136392"/>
            <a:ext cx="8229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메모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58775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7464" y="2752344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794760"/>
            <a:ext cx="3291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사용자가 직접 다시 계산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사용자가 실제로 겪는 불편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기존 흐름은 변경이 생기는 순간 다시 시작된다.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2423160"/>
            <a:ext cx="187634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560320"/>
            <a:ext cx="1656892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캘린더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2460" y="25328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0476" y="2423160"/>
            <a:ext cx="187634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0204" y="2560320"/>
            <a:ext cx="1656892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태스크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5113" y="25328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23129" y="2423160"/>
            <a:ext cx="187634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2857" y="2560320"/>
            <a:ext cx="1656892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변경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7766" y="25328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5782" y="2423160"/>
            <a:ext cx="187634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5510" y="2560320"/>
            <a:ext cx="1656892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재구성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0419" y="25328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8435" y="2423160"/>
            <a:ext cx="187634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8163" y="2560320"/>
            <a:ext cx="1656892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우선순위 재판단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4160520"/>
            <a:ext cx="103784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434840"/>
            <a:ext cx="10378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일정 관리가 번거로운 이유는 일정이 많아서가 아니라, 계속 다시 짜야 해서다.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문제 상황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작은 변경 3개가 하루 전체를 다시 계산하게 만든다.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10512"/>
            <a:ext cx="103784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오후 3시 팀플 회의가 1시간 밀림   ·   저녁 운동 일정이 추가됨   ·   과제 마감이 가까워짐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변경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2587752"/>
            <a:ext cx="2697480" cy="3319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2587752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47672" y="2587752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2715768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2697480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수업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3081528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47672" y="3081528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744" y="3209544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3191256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과제 진행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3575304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47672" y="3575304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0744" y="3703320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3685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점심 / 이동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069080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47672" y="4069080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0744" y="4197096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4178808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팀플 회의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562856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47672" y="4562856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0744" y="4690872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672584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자유 시간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5056632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47672" y="5056632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0744" y="5184648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9112" y="5166360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과제 마무리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5550408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240280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변경 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587752"/>
            <a:ext cx="2697480" cy="3319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2587752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36992" y="2587752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2715768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2" y="2697480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수업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081528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36992" y="3081528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0064" y="3209544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2" y="3191256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과제 진행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575304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36992" y="3575304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0064" y="3703320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2" y="3685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점심 / 이동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069080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36992" y="4069080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36992" y="4078224"/>
            <a:ext cx="2075688" cy="475488"/>
          </a:xfrm>
          <a:prstGeom prst="rect">
            <a:avLst/>
          </a:prstGeom>
          <a:solidFill>
            <a:srgbClr val="EBEBEB"/>
          </a:solidFill>
          <a:ln w="127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0064" y="4197096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4178808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팀플 회의 1시간 지연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4562856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36992" y="4562856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36992" y="4572000"/>
            <a:ext cx="2075688" cy="475488"/>
          </a:xfrm>
          <a:prstGeom prst="rect">
            <a:avLst/>
          </a:prstGeom>
          <a:solidFill>
            <a:srgbClr val="EBEBEB"/>
          </a:solidFill>
          <a:ln w="127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4690872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2" y="4672584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운동 추가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5056632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36992" y="5056632"/>
            <a:ext cx="9144" cy="4937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36992" y="5065776"/>
            <a:ext cx="2075688" cy="475488"/>
          </a:xfrm>
          <a:prstGeom prst="rect">
            <a:avLst/>
          </a:prstGeom>
          <a:solidFill>
            <a:srgbClr val="EBEBEB"/>
          </a:solidFill>
          <a:ln w="127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70064" y="5184648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28432" y="5166360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과제 우선 재배치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5550408"/>
            <a:ext cx="269748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기존 도구의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각 도구는 일부만 해결하고, 전체 일정은 다시 사람이 맞춘다.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965960"/>
            <a:ext cx="406908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130552"/>
            <a:ext cx="21945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캘린더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478024"/>
            <a:ext cx="35661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일정 저장은 쉽지만
우선순위 판단은 약함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965960"/>
            <a:ext cx="406908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130552"/>
            <a:ext cx="21945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태스크 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2478024"/>
            <a:ext cx="35661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할 일 정리는 되지만
시간표와 바로 연결되지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4023360"/>
            <a:ext cx="406908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187952"/>
            <a:ext cx="21945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메모 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4535424"/>
            <a:ext cx="35661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정보는 적기 쉽지만
배치 기준이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023360"/>
            <a:ext cx="406908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4187952"/>
            <a:ext cx="21945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범용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535424"/>
            <a:ext cx="35661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답변은 가능하지만
개인 일정 맥락이 이어지지 않음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806440"/>
            <a:ext cx="62179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기존 도구는 저장에는 강하지만 조율에는 약하다.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왜 기존 방식이 번거로운가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정보가 흩어져 있고, 실행 판단은 자동화되지 않는다.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011680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993392"/>
            <a:ext cx="80467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일정과 할 일이 분리되어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322576"/>
            <a:ext cx="8686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200400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182112"/>
            <a:ext cx="80467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우선순위와 시간표가 연결되지 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511296"/>
            <a:ext cx="8686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389120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370832"/>
            <a:ext cx="80467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실제 실행 가능한 수준까지 자동화되지 않는다.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4700016"/>
            <a:ext cx="8686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5650992"/>
            <a:ext cx="7589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기록은 앱이 하지만, 판단은 여전히 사용자가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시장의 빈칸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시장은 기록과 추천은 많지만, 일정 재배치는 아직 비어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2423160"/>
            <a:ext cx="31546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670048"/>
            <a:ext cx="282549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기록형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4398264" y="2423160"/>
            <a:ext cx="31546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670048"/>
            <a:ext cx="282549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추천형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7918704" y="2423160"/>
            <a:ext cx="3154680" cy="713232"/>
          </a:xfrm>
          <a:prstGeom prst="rect">
            <a:avLst/>
          </a:prstGeom>
          <a:solidFill>
            <a:srgbClr val="EBEBEB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6" y="2670048"/>
            <a:ext cx="282549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조율형 비서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70048"/>
            <a:ext cx="182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670048"/>
            <a:ext cx="182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069080"/>
            <a:ext cx="950976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일정 저장 도구는 많다.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AI 추천 기능도 늘고 있다.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그러나 일정 맥락을 이해하고 재배치하는 서비스는 드물다.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타임테이블이 해결하는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입력은 자연어로 받고, 출력은 실행 가능한 시간표로 제공한다.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562356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구글 캘린더와 구글 태스크를 연동한다.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자연어 입력으로 일정을 받는다.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AI와 룰베이스 조합으로 일정을 해석하고 조정한다.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자동 시간표 생성과 변경 반영을 지원한다.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993392"/>
            <a:ext cx="2880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8392" y="2121408"/>
            <a:ext cx="2514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캘린더 / 태스크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596896"/>
            <a:ext cx="21945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2862072"/>
            <a:ext cx="2880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2990088"/>
            <a:ext cx="2514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자연어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465576"/>
            <a:ext cx="21945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3730752"/>
            <a:ext cx="288036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3858768"/>
            <a:ext cx="2514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AI + 룰 해석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334256"/>
            <a:ext cx="21945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4599432"/>
            <a:ext cx="2880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4727448"/>
            <a:ext cx="2514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시간표 생성
변경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서비스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사용자는 조건을 알려주고, 시스템은 배치와 재조정을 맡는다.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011680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사용자가 알려주는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011680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시스템이 대신하는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5961888" y="1901952"/>
            <a:ext cx="18288" cy="29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514600"/>
            <a:ext cx="201168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일정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마감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중요도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292608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배치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재조정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추천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현재 할 일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577840"/>
            <a:ext cx="80467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타임테이블은 계획 도구가 아니라 계획을 위임하는 서비스다.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핵심 제안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서비스 가치는 입력·판단·재조정·실행 전환 비용을 함께 줄이는 데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2011680"/>
            <a:ext cx="3977639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31136"/>
            <a:ext cx="34747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일정 생성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651760"/>
            <a:ext cx="3474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초기 계획 부담 감소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011680"/>
            <a:ext cx="3977639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231136"/>
            <a:ext cx="34747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변경 반영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651760"/>
            <a:ext cx="3474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변경 대응 부담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4160520"/>
            <a:ext cx="3977639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379976"/>
            <a:ext cx="34747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우선순위 판단 보조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4800600"/>
            <a:ext cx="3474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판단 속도 개선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4160520"/>
            <a:ext cx="3977639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379976"/>
            <a:ext cx="34747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실행 전환 비용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800600"/>
            <a:ext cx="3474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지금 할 일 전환 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788152"/>
            <a:ext cx="97840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핵심은 예쁜 캘린더가 아니라, 오늘 실제로 움직일 수 있는 일정표다.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누가 이 서비스를 필요로 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핵심 타깃은 일정 수보다 조율 부담이 큰 사용자다.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93392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975104"/>
            <a:ext cx="8412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일정이 많은 사람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340864"/>
            <a:ext cx="896112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862072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843784"/>
            <a:ext cx="8412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일정 변경이 잦은 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9544"/>
            <a:ext cx="896112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730752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712464"/>
            <a:ext cx="8412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직접 조율하는 과정이 피곤한 사람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4078224"/>
            <a:ext cx="896112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599432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4581144"/>
            <a:ext cx="8412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해야 할 일을 즉시 알고 싶은 사람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946904"/>
            <a:ext cx="896112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69280"/>
            <a:ext cx="9509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핵심 타겟은 일정은 많은데 조율까지 직접 하기 싫은 사람들이다.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핵심 사용자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학생과 직장인 모두 일정 수보다 조율 부담이 큰 순간에 이 서비스를 필요로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965960"/>
            <a:ext cx="4480560" cy="269748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965960"/>
            <a:ext cx="4480560" cy="269748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176272"/>
            <a:ext cx="1097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학생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157984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직장인 / 멀티 프로젝트
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96896"/>
            <a:ext cx="38404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01010"/>
                </a:solidFill>
                <a:latin typeface="Malgun Gothic"/>
              </a:rPr>
              <a:t>수업, 과제, 시험, 개인 일정이 동시에 존재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01010"/>
                </a:solidFill>
                <a:latin typeface="Malgun Gothic"/>
              </a:rPr>
              <a:t>마감과 공부 시간을 함께 관리해야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2852928"/>
            <a:ext cx="38404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01010"/>
                </a:solidFill>
                <a:latin typeface="Malgun Gothic"/>
              </a:rPr>
              <a:t>회의, 업무, 개인 일정이 수시로 변경됨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01010"/>
                </a:solidFill>
                <a:latin typeface="Malgun Gothic"/>
              </a:rPr>
              <a:t>집중 시간 확보와 우선순위 재조정이 중요함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사용자 니즈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사용자가 원하는 것은 입력 도구가 아니라 실행 보조다.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93392"/>
            <a:ext cx="201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975104"/>
            <a:ext cx="87782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입력은 간단해야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34640"/>
            <a:ext cx="201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816352"/>
            <a:ext cx="87782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일정 충돌은 자동으로 해결되어야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75888"/>
            <a:ext cx="201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657600"/>
            <a:ext cx="87782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지금 해야 할 일을 즉시 알려줘야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517136"/>
            <a:ext cx="201168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498848"/>
            <a:ext cx="87782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변경이 생기면 전체 흐름이 다시 정리되어야 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577840"/>
            <a:ext cx="77724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사용자가 원하는 것은 입력 도구가 아니라 실행 보조다.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서비스 작동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입력부터 재배치와 현재 추천까지 하나의 흐름으로 연결된다.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2468880"/>
            <a:ext cx="16078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606040"/>
            <a:ext cx="138836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일정 및
할 일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3932" y="25786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1948" y="2468880"/>
            <a:ext cx="16078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1676" y="2606040"/>
            <a:ext cx="138836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외부 일정
데이터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8056" y="25786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6072" y="2468880"/>
            <a:ext cx="16078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606040"/>
            <a:ext cx="138836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우선순위와
제약 조건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5786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0196" y="2468880"/>
            <a:ext cx="16078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9924" y="2606040"/>
            <a:ext cx="138836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시간표
자동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6304" y="25786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4320" y="2468880"/>
            <a:ext cx="16078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4048" y="2606040"/>
            <a:ext cx="138836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변경 발생 시
재배치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0428" y="25786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8444" y="2468880"/>
            <a:ext cx="16078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8172" y="2606040"/>
            <a:ext cx="138836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현재 시점
추천 제공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입력 데이터와 판단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시간표를 만들기 위해서는 일정 정보와 배치 조건을 함께 봐야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38528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입력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938528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판단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847088"/>
            <a:ext cx="18288" cy="35661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77440"/>
            <a:ext cx="4297680" cy="3108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일정명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마감 시간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예상 소요시간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중요도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반복 여부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선호 시간대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캘린더 / 태스크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338328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충돌 여부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버퍼 시간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집중 가능 시간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일정 분할 가능성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AI와 룰베이스의 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AI는 해석과 설명을 맡고, 룰베이스는 배치와 충돌 계산을 맡는다.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1097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룰베이스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870448" y="1847088"/>
            <a:ext cx="18288" cy="33375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77440"/>
            <a:ext cx="34747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자연어 이해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변경 의도 해석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대화형 조정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추천 설명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310896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충돌 판정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우선순위 반영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시간 슬롯 배치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일정 제약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596128"/>
            <a:ext cx="8229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AI만으로 판단하지 않고 규칙 로직과 결합해 신뢰성을 확보한다.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사용자 경험의 핵심 기능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입력과 계획 생성은 자연어와 자동 배치 경험으로 연결된다.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43891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1) 자연어 기반 일정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59152"/>
            <a:ext cx="4389120" cy="7680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500" b="0">
                <a:solidFill>
                  <a:srgbClr val="4F4F4F"/>
                </a:solidFill>
                <a:latin typeface="Malgun Gothic"/>
              </a:rPr>
              <a:t>“내일 오후 3시에 회의 넣어줘”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500" b="0">
                <a:solidFill>
                  <a:srgbClr val="4F4F4F"/>
                </a:solidFill>
                <a:latin typeface="Malgun Gothic"/>
              </a:rPr>
              <a:t>“이번 주 안에 과제 3시간 확보해줘”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3703320"/>
            <a:ext cx="103784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023360"/>
            <a:ext cx="43891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2) AI 자동 시간표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462272"/>
            <a:ext cx="493776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우선순위, 마감, 소요시간 반영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주간 및 일간 계획 자동 배치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사용자 경험의 핵심 기능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변경 대응, 현재 추천, 외부 연동이 실제 사용 경험을 완성한다.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38528"/>
            <a:ext cx="50292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3) 변경 반영 및 자동 재조정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22576"/>
            <a:ext cx="92354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지연, 취소, 추가 일정을 반영하고 전체 흐름을 다시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834640"/>
            <a:ext cx="103784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172968"/>
            <a:ext cx="50292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4) 지금 해야 할 일 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57016"/>
            <a:ext cx="92354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현재 시점 기준 최적 작업을 추천하고 이유를 함께 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4069080"/>
            <a:ext cx="103784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407408"/>
            <a:ext cx="50292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5) 캘린더 / 태스크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791456"/>
            <a:ext cx="92354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기존 도구를 버리지 않고 그대로 활용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기능 요약: 사용자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기능은 결국 입력·계획·변경·실행의 부담을 줄이는 방향으로 연결된다.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011680"/>
            <a:ext cx="10972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20116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줄어드는 부담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920240"/>
            <a:ext cx="18288" cy="27889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자연어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95728"/>
            <a:ext cx="3474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입력 부담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54096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자동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54096"/>
            <a:ext cx="3474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계획 수립 부담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712464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자동 재조정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12464"/>
            <a:ext cx="3474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변경 대응 부담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70832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지금 할 일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70832"/>
            <a:ext cx="3474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 i="0">
                <a:solidFill>
                  <a:srgbClr val="101010"/>
                </a:solidFill>
                <a:latin typeface="Malgun Gothic"/>
              </a:rPr>
              <a:t>실행 부담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532120"/>
            <a:ext cx="8778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타임테이블은 입력 부담, 판단 부담, 재조정 부담을 모두 줄인다.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서비스 이용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처음 쓰는 흐름과 변경 이후의 흐름이 하나의 사용 경험으로 이어진다.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01952"/>
            <a:ext cx="10972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초기 사용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1. 로그인 및
구글 연동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0994" y="23042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9010" y="219456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8738" y="233172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2. 데이터
불러오기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2180" y="23042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219456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9924" y="233172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3. 일정과
할 일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3366" y="230428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1382" y="219456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1110" y="233172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4. 초기 시간표
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005072"/>
            <a:ext cx="10972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이후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429768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43484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5. 일정표
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0994" y="44074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9010" y="429768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8738" y="443484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6. 자연어로
수정 요청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2180" y="44074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0196" y="429768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4" y="443484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7. 자동으로
재배치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3366" y="4407408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1382" y="4297680"/>
            <a:ext cx="248488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1110" y="4434840"/>
            <a:ext cx="226542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8. 지금 할 일
제시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하루 사용 시나리오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하루 중 변경이 생길 때마다 서비스는 시간표와 현재 행동을 다시 맞춘다.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1993392"/>
            <a:ext cx="18288" cy="33832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1367" y="2039112"/>
            <a:ext cx="164592" cy="164592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1965960"/>
            <a:ext cx="7315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오전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65960"/>
            <a:ext cx="6217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“오늘 할 일 정리해줘”</a:t>
            </a:r>
          </a:p>
        </p:txBody>
      </p:sp>
      <p:sp>
        <p:nvSpPr>
          <p:cNvPr id="9" name="Oval 8"/>
          <p:cNvSpPr/>
          <p:nvPr/>
        </p:nvSpPr>
        <p:spPr>
          <a:xfrm>
            <a:off x="1801367" y="2971800"/>
            <a:ext cx="164592" cy="164592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898648"/>
            <a:ext cx="7315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오후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898648"/>
            <a:ext cx="6217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“회의가 1시간 밀렸어”</a:t>
            </a:r>
          </a:p>
        </p:txBody>
      </p:sp>
      <p:sp>
        <p:nvSpPr>
          <p:cNvPr id="12" name="Oval 11"/>
          <p:cNvSpPr/>
          <p:nvPr/>
        </p:nvSpPr>
        <p:spPr>
          <a:xfrm>
            <a:off x="1801367" y="3904488"/>
            <a:ext cx="164592" cy="164592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831336"/>
            <a:ext cx="7315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저녁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831336"/>
            <a:ext cx="6217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“운동 대신 과제 먼저 할래”</a:t>
            </a:r>
          </a:p>
        </p:txBody>
      </p:sp>
      <p:sp>
        <p:nvSpPr>
          <p:cNvPr id="15" name="Oval 14"/>
          <p:cNvSpPr/>
          <p:nvPr/>
        </p:nvSpPr>
        <p:spPr>
          <a:xfrm>
            <a:off x="1801367" y="4837176"/>
            <a:ext cx="164592" cy="164592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4764024"/>
            <a:ext cx="7315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764024"/>
            <a:ext cx="6217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AI가 일정을 다시 조정하고 지금 해야 할 일을 안내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화면 설계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화면은 많아 보이는 것보다 역할이 명확해야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38528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938528"/>
            <a:ext cx="10058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847088"/>
            <a:ext cx="18288" cy="35204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04288"/>
            <a:ext cx="3657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04288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계정 연결과 서비스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71216"/>
            <a:ext cx="3657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주간 일정표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71216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전체 흐름과 주간 배치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38144"/>
            <a:ext cx="3657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오늘 일정표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438144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현재 실행 계획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005072"/>
            <a:ext cx="3657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지금 무엇을 해야 하는지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005072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현재 추천 작업과 추천 이유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572000"/>
            <a:ext cx="3657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변경 입력창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572000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자연어 수정 입력과 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138928"/>
            <a:ext cx="3657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설정 /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38928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선호 시간대와 동기화 설정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핵심 화면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주간 흐름, 현재 추천, 변경 입력, 설정 관리를 한눈에 구분되게 설계한다.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920240"/>
            <a:ext cx="406908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084832"/>
            <a:ext cx="35661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1) 주간 / 오늘 일정표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487168"/>
            <a:ext cx="365760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전체 흐름과 현재 실행 계획을 동시에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920240"/>
            <a:ext cx="406908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084832"/>
            <a:ext cx="35661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2) 지금 무엇을 해야 하는지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487168"/>
            <a:ext cx="365760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현재 추천 작업 1순위와 추천 이유 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4041648"/>
            <a:ext cx="406908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206240"/>
            <a:ext cx="35661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3) 변경 입력창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4608576"/>
            <a:ext cx="365760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자연어 수정 입력과 반영 결과 미리보기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4041648"/>
            <a:ext cx="406908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206240"/>
            <a:ext cx="35661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4) 설정 /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608576"/>
            <a:ext cx="365760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선호 집중 시간대, 휴식 간격, 동기화 설정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AI 기반 일정 조율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상단은 시스템 구성, 하단은 처리 흐름으로 분리해 본다.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901952"/>
            <a:ext cx="13258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11680"/>
            <a:ext cx="1179576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901952"/>
            <a:ext cx="15087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2011680"/>
            <a:ext cx="1362456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Backend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901952"/>
            <a:ext cx="16002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2011680"/>
            <a:ext cx="1453896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AI Orchestrator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901952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011680"/>
            <a:ext cx="1271016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Rule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901952"/>
            <a:ext cx="15087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2011680"/>
            <a:ext cx="1362456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852928"/>
            <a:ext cx="178308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2962656"/>
            <a:ext cx="163677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Google Calendar
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852928"/>
            <a:ext cx="178308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2962656"/>
            <a:ext cx="163677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Google Tasks
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4005072"/>
            <a:ext cx="103784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" y="4370832"/>
            <a:ext cx="198059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507992"/>
            <a:ext cx="176113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1. 사용자 입력
수신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6702" y="4480560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7286" y="4370832"/>
            <a:ext cx="198059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7014" y="4507992"/>
            <a:ext cx="176113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2. 외부 일정
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6164" y="4480560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6748" y="4370832"/>
            <a:ext cx="198059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6476" y="4507992"/>
            <a:ext cx="176113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3. AI가
의도 해석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5627" y="4480560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6211" y="4370832"/>
            <a:ext cx="198059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5939" y="4507992"/>
            <a:ext cx="176113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4. 룰엔진이
배치 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5089" y="4480560"/>
            <a:ext cx="164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5673" y="4370832"/>
            <a:ext cx="198059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5401" y="4507992"/>
            <a:ext cx="176113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01010"/>
                </a:solidFill>
                <a:latin typeface="Malgun Gothic"/>
              </a:rPr>
              <a:t>5. 결과 저장
화면 반영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개발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요구사항 정의부터 MVP 시연까지 단계적으로 진행한다.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993392"/>
            <a:ext cx="1874519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1874519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42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요구사항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187451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사용자 시나리오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953511" y="1993392"/>
            <a:ext cx="1874519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1" y="2212848"/>
            <a:ext cx="1874519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1" y="2542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UI / UX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1" y="3063240"/>
            <a:ext cx="187451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주요 화면 와이어프레임 제작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198" y="1993392"/>
            <a:ext cx="1874519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8" y="2212848"/>
            <a:ext cx="1874519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3단계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8" y="2542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핵심 기능 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8" y="3063240"/>
            <a:ext cx="187451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연동 및 자동 배치 기능 구현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4885" y="1993392"/>
            <a:ext cx="1874519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5" y="2212848"/>
            <a:ext cx="1874519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4단계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5" y="2542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테스트 및 보완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5" y="3063240"/>
            <a:ext cx="187451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충돌 케이스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2" y="1993392"/>
            <a:ext cx="1874519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2" y="2212848"/>
            <a:ext cx="1874519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4F4F4F"/>
                </a:solidFill>
                <a:latin typeface="Malgun Gothic"/>
              </a:rPr>
              <a:t>5단계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2" y="2542032"/>
            <a:ext cx="1874519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시연 및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2" y="3063240"/>
            <a:ext cx="187451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4F4F4F"/>
                </a:solidFill>
                <a:latin typeface="Malgun Gothic"/>
              </a:rPr>
              <a:t>MVP 시연 및 피드백 반영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MVP 범위와 확장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먼저 핵심 자동 조율 경험을 만들고, 이후 협업과 분석으로 확장한다.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38528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MVP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38528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확장 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5870448" y="1847088"/>
            <a:ext cx="18288" cy="35661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393192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구글 캘린더 연동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구글 태스크 연동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자연어 일정 입력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자동 시간표 생성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변경 반영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지금 해야 할 일 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365760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팀 일정 공동 조율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이동시간 반영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생산성 분석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600" b="0">
                <a:solidFill>
                  <a:srgbClr val="101010"/>
                </a:solidFill>
                <a:latin typeface="Malgun Gothic"/>
              </a:rPr>
              <a:t>음성 비서 인터페이스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640080"/>
            <a:ext cx="8138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 i="0">
                <a:solidFill>
                  <a:srgbClr val="101010"/>
                </a:solidFill>
                <a:latin typeface="Malgun Gothic"/>
              </a:rPr>
              <a:t>기대효과와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280160"/>
            <a:ext cx="9052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4F4F4F"/>
                </a:solidFill>
                <a:latin typeface="Malgun Gothic"/>
              </a:rPr>
              <a:t>마지막으로 이 서비스가 줄이는 부담과 남기는 가치를 정리한다.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327648"/>
            <a:ext cx="256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4F4F4F"/>
                </a:solidFill>
                <a:latin typeface="Malgun Gothic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182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901952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101010"/>
                </a:solidFill>
                <a:latin typeface="Malgun Gothic"/>
              </a:rPr>
              <a:t>일정 조율 부담 감소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20240"/>
            <a:ext cx="182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112" y="1901952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101010"/>
                </a:solidFill>
                <a:latin typeface="Malgun Gothic"/>
              </a:rPr>
              <a:t>변경 대응 속도 향상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99232"/>
            <a:ext cx="182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980944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101010"/>
                </a:solidFill>
                <a:latin typeface="Malgun Gothic"/>
              </a:rPr>
              <a:t>실행력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999232"/>
            <a:ext cx="182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01010"/>
                </a:solidFill>
                <a:latin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980944"/>
            <a:ext cx="4389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101010"/>
                </a:solidFill>
                <a:latin typeface="Malgun Gothic"/>
              </a:rPr>
              <a:t>기존 도구 대비 높은 실사용성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4434840"/>
            <a:ext cx="103784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828032"/>
            <a:ext cx="8778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사람들은 기록 도구보다 조율 도구를 원한다.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321808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 i="0">
                <a:solidFill>
                  <a:srgbClr val="101010"/>
                </a:solidFill>
                <a:latin typeface="Malgun Gothic"/>
              </a:rPr>
              <a:t>타임테이블은 그 공백을 메우는 AI 일정 비서 서비스다.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타임테이블 발표자료</dc:title>
  <dc:subject>AI 기반 일정 관리 비서 서비스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