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2"/>
  </p:notesMasterIdLst>
  <p:handoutMasterIdLst>
    <p:handoutMasterId r:id="rId13"/>
  </p:handoutMasterIdLst>
  <p:sldIdLst>
    <p:sldId id="257" r:id="rId5"/>
    <p:sldId id="258" r:id="rId6"/>
    <p:sldId id="261" r:id="rId7"/>
    <p:sldId id="285" r:id="rId8"/>
    <p:sldId id="286" r:id="rId9"/>
    <p:sldId id="287" r:id="rId10"/>
    <p:sldId id="288" r:id="rId11"/>
  </p:sldIdLst>
  <p:sldSz cx="12188825" cy="6858000"/>
  <p:notesSz cx="6858000" cy="9144000"/>
  <p:defaultTextStyle>
    <a:defPPr rtl="0">
      <a:defRPr lang="ko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1008">
          <p15:clr>
            <a:srgbClr val="A4A3A4"/>
          </p15:clr>
        </p15:guide>
        <p15:guide id="3" orient="horz" pos="3792">
          <p15:clr>
            <a:srgbClr val="A4A3A4"/>
          </p15:clr>
        </p15:guide>
        <p15:guide id="4" orient="horz" pos="336">
          <p15:clr>
            <a:srgbClr val="A4A3A4"/>
          </p15:clr>
        </p15:guide>
        <p15:guide id="5" orient="horz" pos="1920">
          <p15:clr>
            <a:srgbClr val="A4A3A4"/>
          </p15:clr>
        </p15:guide>
        <p15:guide id="6" orient="horz" pos="3984">
          <p15:clr>
            <a:srgbClr val="A4A3A4"/>
          </p15:clr>
        </p15:guide>
        <p15:guide id="7" orient="horz" pos="1152">
          <p15:clr>
            <a:srgbClr val="A4A3A4"/>
          </p15:clr>
        </p15:guide>
        <p15:guide id="8" pos="3839">
          <p15:clr>
            <a:srgbClr val="A4A3A4"/>
          </p15:clr>
        </p15:guide>
        <p15:guide id="9" pos="671">
          <p15:clr>
            <a:srgbClr val="A4A3A4"/>
          </p15:clr>
        </p15:guide>
        <p15:guide id="10" pos="7007">
          <p15:clr>
            <a:srgbClr val="A4A3A4"/>
          </p15:clr>
        </p15:guide>
        <p15:guide id="11" pos="6143">
          <p15:clr>
            <a:srgbClr val="A4A3A4"/>
          </p15:clr>
        </p15:guide>
        <p15:guide id="12" pos="3263">
          <p15:clr>
            <a:srgbClr val="A4A3A4"/>
          </p15:clr>
        </p15:guide>
        <p15:guide id="13" pos="7391">
          <p15:clr>
            <a:srgbClr val="A4A3A4"/>
          </p15:clr>
        </p15:guide>
        <p15:guide id="14" pos="369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C89EF96-8CEA-46FF-86C4-4CE0E760980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879" autoAdjust="0"/>
  </p:normalViewPr>
  <p:slideViewPr>
    <p:cSldViewPr showGuides="1">
      <p:cViewPr>
        <p:scale>
          <a:sx n="125" d="100"/>
          <a:sy n="125" d="100"/>
        </p:scale>
        <p:origin x="1584" y="672"/>
      </p:cViewPr>
      <p:guideLst>
        <p:guide orient="horz" pos="2160"/>
        <p:guide orient="horz" pos="1008"/>
        <p:guide orient="horz" pos="3792"/>
        <p:guide orient="horz" pos="336"/>
        <p:guide orient="horz" pos="1920"/>
        <p:guide orient="horz" pos="3984"/>
        <p:guide orient="horz" pos="1152"/>
        <p:guide pos="3839"/>
        <p:guide pos="671"/>
        <p:guide pos="7007"/>
        <p:guide pos="6143"/>
        <p:guide pos="3263"/>
        <p:guide pos="7391"/>
        <p:guide pos="369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howGuides="1">
      <p:cViewPr varScale="1">
        <p:scale>
          <a:sx n="73" d="100"/>
          <a:sy n="73" d="100"/>
        </p:scale>
        <p:origin x="2126" y="29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24CE221E-83ED-4F6C-BA5F-3F9E6FDB6953}" type="datetimeFigureOut">
              <a:rPr lang="en-US"/>
              <a:t>4/23/2026</a:t>
            </a:fld>
            <a:endParaRPr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CA4CBEF8-5CDE-472B-839B-B8BB0C881006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632892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97853E5F-CE67-483C-A264-F17AC70E9CA2}" type="datetimeFigureOut">
              <a:rPr lang="en-US"/>
              <a:t>4/23/2026</a:t>
            </a:fld>
            <a:endParaRPr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t>마스터 텍스트 스타일을 편집하려면 클릭하세요.</a:t>
            </a:r>
          </a:p>
          <a:p>
            <a:pPr lvl="1" rtl="0"/>
            <a:r>
              <a:t>둘째 수준</a:t>
            </a:r>
          </a:p>
          <a:p>
            <a:pPr lvl="2" rtl="0"/>
            <a:r>
              <a:t>셋째 수준</a:t>
            </a:r>
          </a:p>
          <a:p>
            <a:pPr lvl="3" rtl="0"/>
            <a:r>
              <a:t>넷째 수준</a:t>
            </a:r>
          </a:p>
          <a:p>
            <a:pPr lvl="4" rtl="0"/>
            <a:r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6BB98AFB-CB0D-4DFE-87B9-B4B0D0DE73CD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128058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6BB98AFB-CB0D-4DFE-87B9-B4B0D0DE73CD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40147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만 ">
    <p:bg>
      <p:bgPr>
        <a:gradFill>
          <a:gsLst>
            <a:gs pos="0">
              <a:schemeClr val="accent2">
                <a:lumMod val="110000"/>
                <a:satMod val="105000"/>
                <a:tint val="67000"/>
                <a:alpha val="0"/>
              </a:schemeClr>
            </a:gs>
            <a:gs pos="100000">
              <a:schemeClr val="bg2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 descr="검은 배경에 흰색 원들&#10;&#10;자동 생성된 설명">
            <a:extLst>
              <a:ext uri="{FF2B5EF4-FFF2-40B4-BE49-F238E27FC236}">
                <a16:creationId xmlns:a16="http://schemas.microsoft.com/office/drawing/2014/main" id="{05185B01-840C-72E0-FF30-8EE18CFC550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504" r="4105" b="14441"/>
          <a:stretch/>
        </p:blipFill>
        <p:spPr>
          <a:xfrm>
            <a:off x="3275012" y="0"/>
            <a:ext cx="8913812" cy="6867457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684212" y="1295400"/>
            <a:ext cx="10287000" cy="3886200"/>
          </a:xfrm>
        </p:spPr>
        <p:txBody>
          <a:bodyPr rtlCol="0" anchor="b">
            <a:normAutofit/>
          </a:bodyPr>
          <a:lstStyle>
            <a:lvl1pPr marL="0" indent="0" algn="l">
              <a:lnSpc>
                <a:spcPct val="100000"/>
              </a:lnSpc>
              <a:defRPr sz="6600"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rtl="0"/>
            <a:r>
              <a:rPr lang="ko"/>
              <a:t>마스터 제목 스타일 편집</a:t>
            </a:r>
            <a:endParaRPr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695FDDB8-B25B-0452-0EE6-99D1F02803F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84212" y="5600700"/>
            <a:ext cx="10287000" cy="533400"/>
          </a:xfrm>
        </p:spPr>
        <p:txBody>
          <a:bodyPr rtlCol="0" anchor="t">
            <a:normAutofit/>
          </a:bodyPr>
          <a:lstStyle>
            <a:lvl1pPr marL="45720" indent="0" algn="l">
              <a:buNone/>
              <a:defRPr sz="2400"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 rtl="0"/>
            <a:r>
              <a:rPr lang="ko"/>
              <a:t>마스터 텍스트 스타일을 편집하려면 클릭하세요.</a:t>
            </a:r>
          </a:p>
        </p:txBody>
      </p:sp>
      <p:sp>
        <p:nvSpPr>
          <p:cNvPr id="3" name="십자가 2">
            <a:extLst>
              <a:ext uri="{FF2B5EF4-FFF2-40B4-BE49-F238E27FC236}">
                <a16:creationId xmlns:a16="http://schemas.microsoft.com/office/drawing/2014/main" id="{29F0C076-A364-A8D3-F322-AC2A18341617}"/>
              </a:ext>
            </a:extLst>
          </p:cNvPr>
          <p:cNvSpPr/>
          <p:nvPr userDrawn="1"/>
        </p:nvSpPr>
        <p:spPr>
          <a:xfrm>
            <a:off x="10975566" y="4987103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4" name="십자가 3">
            <a:extLst>
              <a:ext uri="{FF2B5EF4-FFF2-40B4-BE49-F238E27FC236}">
                <a16:creationId xmlns:a16="http://schemas.microsoft.com/office/drawing/2014/main" id="{921F5FF9-DFA3-CF00-B31A-21C261392B15}"/>
              </a:ext>
            </a:extLst>
          </p:cNvPr>
          <p:cNvSpPr/>
          <p:nvPr userDrawn="1"/>
        </p:nvSpPr>
        <p:spPr>
          <a:xfrm>
            <a:off x="10118724" y="35814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02412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안건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067777CD-9A1F-DEEA-2595-9E892C952556}"/>
              </a:ext>
            </a:extLst>
          </p:cNvPr>
          <p:cNvSpPr/>
          <p:nvPr userDrawn="1"/>
        </p:nvSpPr>
        <p:spPr>
          <a:xfrm>
            <a:off x="-1" y="0"/>
            <a:ext cx="12188825" cy="6858000"/>
          </a:xfrm>
          <a:prstGeom prst="rect">
            <a:avLst/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13" name="자유형: 도형 12">
            <a:extLst>
              <a:ext uri="{FF2B5EF4-FFF2-40B4-BE49-F238E27FC236}">
                <a16:creationId xmlns:a16="http://schemas.microsoft.com/office/drawing/2014/main" id="{DF4D3028-A414-148B-F10C-466ED585BCD9}"/>
              </a:ext>
            </a:extLst>
          </p:cNvPr>
          <p:cNvSpPr/>
          <p:nvPr userDrawn="1"/>
        </p:nvSpPr>
        <p:spPr>
          <a:xfrm>
            <a:off x="-1" y="1586"/>
            <a:ext cx="3428208" cy="6856414"/>
          </a:xfrm>
          <a:custGeom>
            <a:avLst/>
            <a:gdLst>
              <a:gd name="connsiteX0" fmla="*/ 1 w 3428208"/>
              <a:gd name="connsiteY0" fmla="*/ 0 h 6856414"/>
              <a:gd name="connsiteX1" fmla="*/ 3428208 w 3428208"/>
              <a:gd name="connsiteY1" fmla="*/ 3428207 h 6856414"/>
              <a:gd name="connsiteX2" fmla="*/ 1 w 3428208"/>
              <a:gd name="connsiteY2" fmla="*/ 6856414 h 6856414"/>
              <a:gd name="connsiteX3" fmla="*/ 0 w 3428208"/>
              <a:gd name="connsiteY3" fmla="*/ 6856414 h 6856414"/>
              <a:gd name="connsiteX4" fmla="*/ 0 w 3428208"/>
              <a:gd name="connsiteY4" fmla="*/ 0 h 6856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28208" h="6856414">
                <a:moveTo>
                  <a:pt x="1" y="0"/>
                </a:moveTo>
                <a:cubicBezTo>
                  <a:pt x="1893347" y="0"/>
                  <a:pt x="3428208" y="1534861"/>
                  <a:pt x="3428208" y="3428207"/>
                </a:cubicBezTo>
                <a:cubicBezTo>
                  <a:pt x="3428208" y="5321553"/>
                  <a:pt x="1893347" y="6856414"/>
                  <a:pt x="1" y="6856414"/>
                </a:cubicBezTo>
                <a:lnTo>
                  <a:pt x="0" y="6856414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 dirty="0"/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0EB111F7-2027-1E41-1C02-BA5AA37EA2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89012" y="723900"/>
            <a:ext cx="4114800" cy="5295900"/>
          </a:xfrm>
        </p:spPr>
        <p:txBody>
          <a:bodyPr rtlCol="0" anchor="ctr">
            <a:normAutofit/>
          </a:bodyPr>
          <a:lstStyle>
            <a:lvl1pPr algn="r">
              <a:lnSpc>
                <a:spcPct val="100000"/>
              </a:lnSpc>
              <a:defRPr sz="4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+mj-cs"/>
              </a:defRPr>
            </a:lvl1pPr>
          </a:lstStyle>
          <a:p>
            <a:pPr rtl="0"/>
            <a:r>
              <a:rPr lang="ko"/>
              <a:t>마스터 제목 스타일 편집</a:t>
            </a:r>
            <a:endParaRPr dirty="0"/>
          </a:p>
        </p:txBody>
      </p:sp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>
          <a:xfrm>
            <a:off x="6932612" y="1981200"/>
            <a:ext cx="4114800" cy="2854781"/>
          </a:xfrm>
        </p:spPr>
        <p:txBody>
          <a:bodyPr rtlCol="0" anchor="ctr">
            <a:normAutofit/>
          </a:bodyPr>
          <a:lstStyle>
            <a:lvl1pPr marL="4572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  <a:lvl2pPr marL="36576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2pPr>
            <a:lvl3pPr marL="59436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3pPr>
            <a:lvl4pPr marL="77724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4pPr>
            <a:lvl5pPr marL="96012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5pPr>
          </a:lstStyle>
          <a:p>
            <a:pPr lvl="0" rtl="0"/>
            <a:r>
              <a:rPr lang="ko"/>
              <a:t>마스터 텍스트 스타일을 편집하려면 클릭하세요.</a:t>
            </a:r>
          </a:p>
          <a:p>
            <a:pPr lvl="1" rtl="0"/>
            <a:r>
              <a:rPr lang="ko"/>
              <a:t>둘째 수준</a:t>
            </a:r>
          </a:p>
          <a:p>
            <a:pPr lvl="2" rtl="0"/>
            <a:r>
              <a:rPr lang="ko"/>
              <a:t>셋째 수준</a:t>
            </a:r>
          </a:p>
          <a:p>
            <a:pPr lvl="3" rtl="0"/>
            <a:r>
              <a:rPr lang="ko"/>
              <a:t>넷째 수준</a:t>
            </a:r>
          </a:p>
          <a:p>
            <a:pPr lvl="4" rtl="0"/>
            <a:r>
              <a:rPr lang="ko"/>
              <a:t>다섯째 수준</a:t>
            </a:r>
            <a:endParaRPr dirty="0"/>
          </a:p>
        </p:txBody>
      </p:sp>
      <p:sp>
        <p:nvSpPr>
          <p:cNvPr id="14" name="십자가 13">
            <a:extLst>
              <a:ext uri="{FF2B5EF4-FFF2-40B4-BE49-F238E27FC236}">
                <a16:creationId xmlns:a16="http://schemas.microsoft.com/office/drawing/2014/main" id="{02A1E7CF-4DB4-D31C-D6AA-D368DA17CD5F}"/>
              </a:ext>
            </a:extLst>
          </p:cNvPr>
          <p:cNvSpPr/>
          <p:nvPr userDrawn="1"/>
        </p:nvSpPr>
        <p:spPr>
          <a:xfrm>
            <a:off x="4837509" y="9144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15" name="십자가 14">
            <a:extLst>
              <a:ext uri="{FF2B5EF4-FFF2-40B4-BE49-F238E27FC236}">
                <a16:creationId xmlns:a16="http://schemas.microsoft.com/office/drawing/2014/main" id="{E47E8503-C2AB-07F1-FD1F-A529E414E168}"/>
              </a:ext>
            </a:extLst>
          </p:cNvPr>
          <p:cNvSpPr/>
          <p:nvPr userDrawn="1"/>
        </p:nvSpPr>
        <p:spPr>
          <a:xfrm>
            <a:off x="3085307" y="569595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2" name="왼쪽 중괄호 1">
            <a:extLst>
              <a:ext uri="{FF2B5EF4-FFF2-40B4-BE49-F238E27FC236}">
                <a16:creationId xmlns:a16="http://schemas.microsoft.com/office/drawing/2014/main" id="{8020F553-E264-0059-F1EB-47039048DC67}"/>
              </a:ext>
            </a:extLst>
          </p:cNvPr>
          <p:cNvSpPr/>
          <p:nvPr userDrawn="1"/>
        </p:nvSpPr>
        <p:spPr>
          <a:xfrm>
            <a:off x="5561012" y="2022021"/>
            <a:ext cx="838200" cy="2813960"/>
          </a:xfrm>
          <a:prstGeom prst="leftBrace">
            <a:avLst>
              <a:gd name="adj1" fmla="val 34932"/>
              <a:gd name="adj2" fmla="val 50000"/>
            </a:avLst>
          </a:prstGeom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89843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휴대폰 이미지가 있는 섹션 머리글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타원 6">
            <a:extLst>
              <a:ext uri="{FF2B5EF4-FFF2-40B4-BE49-F238E27FC236}">
                <a16:creationId xmlns:a16="http://schemas.microsoft.com/office/drawing/2014/main" id="{45C0889D-74A2-974C-BB02-FA1F7BE369E2}"/>
              </a:ext>
            </a:extLst>
          </p:cNvPr>
          <p:cNvSpPr/>
          <p:nvPr userDrawn="1"/>
        </p:nvSpPr>
        <p:spPr>
          <a:xfrm>
            <a:off x="6704012" y="1148418"/>
            <a:ext cx="4561165" cy="4561165"/>
          </a:xfrm>
          <a:prstGeom prst="ellipse">
            <a:avLst/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pic>
        <p:nvPicPr>
          <p:cNvPr id="8" name="그래픽 7">
            <a:extLst>
              <a:ext uri="{FF2B5EF4-FFF2-40B4-BE49-F238E27FC236}">
                <a16:creationId xmlns:a16="http://schemas.microsoft.com/office/drawing/2014/main" id="{2DAE856D-3749-4D3B-9F33-A46528589FE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32079" y="598170"/>
            <a:ext cx="3096221" cy="5661660"/>
          </a:xfrm>
          <a:prstGeom prst="rect">
            <a:avLst/>
          </a:prstGeom>
        </p:spPr>
      </p:pic>
      <p:sp>
        <p:nvSpPr>
          <p:cNvPr id="9" name="십자가 8">
            <a:extLst>
              <a:ext uri="{FF2B5EF4-FFF2-40B4-BE49-F238E27FC236}">
                <a16:creationId xmlns:a16="http://schemas.microsoft.com/office/drawing/2014/main" id="{7A96460A-640C-6025-AAB5-344AB2A405D1}"/>
              </a:ext>
            </a:extLst>
          </p:cNvPr>
          <p:cNvSpPr/>
          <p:nvPr userDrawn="1"/>
        </p:nvSpPr>
        <p:spPr>
          <a:xfrm>
            <a:off x="10818812" y="5353077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 rtl="0"/>
            <a:endParaRPr lang="en-US" dirty="0"/>
          </a:p>
        </p:txBody>
      </p:sp>
      <p:sp>
        <p:nvSpPr>
          <p:cNvPr id="11" name="십자가 10">
            <a:extLst>
              <a:ext uri="{FF2B5EF4-FFF2-40B4-BE49-F238E27FC236}">
                <a16:creationId xmlns:a16="http://schemas.microsoft.com/office/drawing/2014/main" id="{471314FF-EA0B-8DDE-B558-885A876FB0D5}"/>
              </a:ext>
            </a:extLst>
          </p:cNvPr>
          <p:cNvSpPr/>
          <p:nvPr userDrawn="1"/>
        </p:nvSpPr>
        <p:spPr>
          <a:xfrm>
            <a:off x="6335910" y="805517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 rtl="0"/>
            <a:endParaRPr 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894761B-B29B-1C47-FAE9-6E0FA1543E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8012" y="685800"/>
            <a:ext cx="6372818" cy="4038600"/>
          </a:xfrm>
        </p:spPr>
        <p:txBody>
          <a:bodyPr rtlCol="0" anchor="b">
            <a:normAutofit/>
          </a:bodyPr>
          <a:lstStyle>
            <a:lvl1pPr marL="0" indent="0" algn="l">
              <a:lnSpc>
                <a:spcPct val="100000"/>
              </a:lnSpc>
              <a:defRPr sz="4800"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rtl="0"/>
            <a:r>
              <a:rPr lang="ko"/>
              <a:t>마스터 제목 스타일 편집</a:t>
            </a:r>
            <a:endParaRPr dirty="0"/>
          </a:p>
        </p:txBody>
      </p:sp>
      <p:sp>
        <p:nvSpPr>
          <p:cNvPr id="5" name="텍스트 개체 틀 9">
            <a:extLst>
              <a:ext uri="{FF2B5EF4-FFF2-40B4-BE49-F238E27FC236}">
                <a16:creationId xmlns:a16="http://schemas.microsoft.com/office/drawing/2014/main" id="{EEFF6782-6ABD-DEB0-6FD1-1263A5469A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8012" y="4876800"/>
            <a:ext cx="6372817" cy="1104898"/>
          </a:xfrm>
        </p:spPr>
        <p:txBody>
          <a:bodyPr rtlCol="0" anchor="t">
            <a:normAutofit/>
          </a:bodyPr>
          <a:lstStyle>
            <a:lvl1pPr marL="45720" indent="0" algn="l">
              <a:buNone/>
              <a:defRPr sz="2000"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 rtl="0"/>
            <a:r>
              <a:rPr lang="ko"/>
              <a:t>마스터 텍스트 스타일을 편집하려면 클릭하세요.</a:t>
            </a:r>
          </a:p>
        </p:txBody>
      </p:sp>
      <p:sp>
        <p:nvSpPr>
          <p:cNvPr id="16" name="그림 개체 틀 15">
            <a:extLst>
              <a:ext uri="{FF2B5EF4-FFF2-40B4-BE49-F238E27FC236}">
                <a16:creationId xmlns:a16="http://schemas.microsoft.com/office/drawing/2014/main" id="{5BA3F629-2405-DC90-C212-6F3D52B95D9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765046" y="883471"/>
            <a:ext cx="2439096" cy="5091059"/>
          </a:xfrm>
          <a:custGeom>
            <a:avLst/>
            <a:gdLst>
              <a:gd name="connsiteX0" fmla="*/ 340815 w 2439096"/>
              <a:gd name="connsiteY0" fmla="*/ 0 h 5091059"/>
              <a:gd name="connsiteX1" fmla="*/ 2098281 w 2439096"/>
              <a:gd name="connsiteY1" fmla="*/ 0 h 5091059"/>
              <a:gd name="connsiteX2" fmla="*/ 2439096 w 2439096"/>
              <a:gd name="connsiteY2" fmla="*/ 340815 h 5091059"/>
              <a:gd name="connsiteX3" fmla="*/ 2439096 w 2439096"/>
              <a:gd name="connsiteY3" fmla="*/ 495300 h 5091059"/>
              <a:gd name="connsiteX4" fmla="*/ 2439096 w 2439096"/>
              <a:gd name="connsiteY4" fmla="*/ 4750244 h 5091059"/>
              <a:gd name="connsiteX5" fmla="*/ 2098281 w 2439096"/>
              <a:gd name="connsiteY5" fmla="*/ 5091059 h 5091059"/>
              <a:gd name="connsiteX6" fmla="*/ 340815 w 2439096"/>
              <a:gd name="connsiteY6" fmla="*/ 5091059 h 5091059"/>
              <a:gd name="connsiteX7" fmla="*/ 0 w 2439096"/>
              <a:gd name="connsiteY7" fmla="*/ 4750244 h 5091059"/>
              <a:gd name="connsiteX8" fmla="*/ 0 w 2439096"/>
              <a:gd name="connsiteY8" fmla="*/ 495300 h 5091059"/>
              <a:gd name="connsiteX9" fmla="*/ 0 w 2439096"/>
              <a:gd name="connsiteY9" fmla="*/ 340815 h 5091059"/>
              <a:gd name="connsiteX10" fmla="*/ 340815 w 2439096"/>
              <a:gd name="connsiteY10" fmla="*/ 0 h 50910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439096" h="5091059">
                <a:moveTo>
                  <a:pt x="340815" y="0"/>
                </a:moveTo>
                <a:lnTo>
                  <a:pt x="2098281" y="0"/>
                </a:lnTo>
                <a:cubicBezTo>
                  <a:pt x="2286508" y="0"/>
                  <a:pt x="2439096" y="152588"/>
                  <a:pt x="2439096" y="340815"/>
                </a:cubicBezTo>
                <a:lnTo>
                  <a:pt x="2439096" y="495300"/>
                </a:lnTo>
                <a:lnTo>
                  <a:pt x="2439096" y="4750244"/>
                </a:lnTo>
                <a:cubicBezTo>
                  <a:pt x="2439096" y="4938471"/>
                  <a:pt x="2286508" y="5091059"/>
                  <a:pt x="2098281" y="5091059"/>
                </a:cubicBezTo>
                <a:lnTo>
                  <a:pt x="340815" y="5091059"/>
                </a:lnTo>
                <a:cubicBezTo>
                  <a:pt x="152588" y="5091059"/>
                  <a:pt x="0" y="4938471"/>
                  <a:pt x="0" y="4750244"/>
                </a:cubicBezTo>
                <a:lnTo>
                  <a:pt x="0" y="495300"/>
                </a:lnTo>
                <a:lnTo>
                  <a:pt x="0" y="340815"/>
                </a:lnTo>
                <a:cubicBezTo>
                  <a:pt x="0" y="152588"/>
                  <a:pt x="152588" y="0"/>
                  <a:pt x="340815" y="0"/>
                </a:cubicBezTo>
                <a:close/>
              </a:path>
            </a:pathLst>
          </a:custGeom>
        </p:spPr>
        <p:txBody>
          <a:bodyPr wrap="square" rtlCol="0">
            <a:noAutofit/>
          </a:bodyPr>
          <a:lstStyle>
            <a:lvl1pPr marL="4572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04737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+ 부제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타원 4">
            <a:extLst>
              <a:ext uri="{FF2B5EF4-FFF2-40B4-BE49-F238E27FC236}">
                <a16:creationId xmlns:a16="http://schemas.microsoft.com/office/drawing/2014/main" id="{1C3968AF-EB74-3889-A3BA-E759CFD47B12}"/>
              </a:ext>
            </a:extLst>
          </p:cNvPr>
          <p:cNvSpPr/>
          <p:nvPr userDrawn="1"/>
        </p:nvSpPr>
        <p:spPr>
          <a:xfrm>
            <a:off x="3275012" y="609600"/>
            <a:ext cx="5638800" cy="5638800"/>
          </a:xfrm>
          <a:prstGeom prst="ellipse">
            <a:avLst/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8" name="왼쪽 중괄호 7">
            <a:extLst>
              <a:ext uri="{FF2B5EF4-FFF2-40B4-BE49-F238E27FC236}">
                <a16:creationId xmlns:a16="http://schemas.microsoft.com/office/drawing/2014/main" id="{6A409372-199C-2F3B-65CD-ADC2E45B43B7}"/>
              </a:ext>
            </a:extLst>
          </p:cNvPr>
          <p:cNvSpPr/>
          <p:nvPr userDrawn="1"/>
        </p:nvSpPr>
        <p:spPr>
          <a:xfrm>
            <a:off x="5561012" y="2022021"/>
            <a:ext cx="838200" cy="2813960"/>
          </a:xfrm>
          <a:prstGeom prst="leftBrace">
            <a:avLst>
              <a:gd name="adj1" fmla="val 34932"/>
              <a:gd name="adj2" fmla="val 50000"/>
            </a:avLst>
          </a:prstGeom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12" name="제목 1">
            <a:extLst>
              <a:ext uri="{FF2B5EF4-FFF2-40B4-BE49-F238E27FC236}">
                <a16:creationId xmlns:a16="http://schemas.microsoft.com/office/drawing/2014/main" id="{266838CB-A9BC-715A-18FE-06CCE4A9CA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1812" y="495300"/>
            <a:ext cx="4572000" cy="5867400"/>
          </a:xfrm>
        </p:spPr>
        <p:txBody>
          <a:bodyPr rtlCol="0" anchor="ctr">
            <a:normAutofit/>
          </a:bodyPr>
          <a:lstStyle>
            <a:lvl1pPr marL="0" indent="0" algn="r">
              <a:lnSpc>
                <a:spcPct val="110000"/>
              </a:lnSpc>
              <a:defRPr sz="4800"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rtl="0"/>
            <a:r>
              <a:rPr lang="ko"/>
              <a:t>마스터 제목 스타일 편집</a:t>
            </a:r>
            <a:endParaRPr dirty="0"/>
          </a:p>
        </p:txBody>
      </p:sp>
      <p:sp>
        <p:nvSpPr>
          <p:cNvPr id="3" name="텍스트 개체 틀 10">
            <a:extLst>
              <a:ext uri="{FF2B5EF4-FFF2-40B4-BE49-F238E27FC236}">
                <a16:creationId xmlns:a16="http://schemas.microsoft.com/office/drawing/2014/main" id="{454B8043-D1DD-E2EA-772B-D8D38CD37D1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768305" y="2022021"/>
            <a:ext cx="4443413" cy="2813960"/>
          </a:xfrm>
        </p:spPr>
        <p:txBody>
          <a:bodyPr rtlCol="0" anchor="ctr">
            <a:normAutofit/>
          </a:bodyPr>
          <a:lstStyle>
            <a:lvl1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+mn-cs"/>
              </a:defRPr>
            </a:lvl1pPr>
            <a:lvl2pPr marL="274320" indent="-22860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anose="020B0604020202020204" pitchFamily="34" charset="0"/>
              <a:buChar char="•"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+mn-cs"/>
              </a:defRPr>
            </a:lvl2pPr>
            <a:lvl3pPr marL="594360" indent="-22860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anose="020B0604020202020204" pitchFamily="34" charset="0"/>
              <a:buChar char="•"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+mn-cs"/>
              </a:defRPr>
            </a:lvl3pPr>
            <a:lvl4pPr marL="777240" indent="-22860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anose="020B0604020202020204" pitchFamily="34" charset="0"/>
              <a:buChar char="•"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+mn-cs"/>
              </a:defRPr>
            </a:lvl4pPr>
            <a:lvl5pPr marL="960120" indent="-22860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anose="020B0604020202020204" pitchFamily="34" charset="0"/>
              <a:buChar char="•"/>
              <a:defRPr lang="en-US" sz="2000" kern="1200" spc="30" dirty="0">
                <a:solidFill>
                  <a:schemeClr val="tx1">
                    <a:lumMod val="85000"/>
                    <a:lumOff val="1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+mn-cs"/>
              </a:defRPr>
            </a:lvl5pPr>
          </a:lstStyle>
          <a:p>
            <a:pPr lvl="0" rtl="0"/>
            <a:r>
              <a:rPr lang="ko"/>
              <a:t>마스터 텍스트 스타일을 편집하려면 클릭하세요.</a:t>
            </a:r>
          </a:p>
          <a:p>
            <a:pPr lvl="1" rtl="0"/>
            <a:r>
              <a:rPr lang="ko"/>
              <a:t>둘째 수준</a:t>
            </a:r>
          </a:p>
          <a:p>
            <a:pPr lvl="2" rtl="0"/>
            <a:r>
              <a:rPr lang="ko"/>
              <a:t>셋째 수준</a:t>
            </a:r>
          </a:p>
          <a:p>
            <a:pPr lvl="3" rtl="0"/>
            <a:r>
              <a:rPr lang="ko"/>
              <a:t>넷째 수준</a:t>
            </a:r>
          </a:p>
          <a:p>
            <a:pPr lvl="4" rtl="0"/>
            <a:r>
              <a:rPr lang="ko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4324224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0F4264E2-719A-1CB0-CD0C-B90AD51C2384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9" name="십자가 8">
            <a:extLst>
              <a:ext uri="{FF2B5EF4-FFF2-40B4-BE49-F238E27FC236}">
                <a16:creationId xmlns:a16="http://schemas.microsoft.com/office/drawing/2014/main" id="{7A96460A-640C-6025-AAB5-344AB2A405D1}"/>
              </a:ext>
            </a:extLst>
          </p:cNvPr>
          <p:cNvSpPr/>
          <p:nvPr userDrawn="1"/>
        </p:nvSpPr>
        <p:spPr>
          <a:xfrm>
            <a:off x="8151812" y="567055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 rtl="0"/>
            <a:endParaRPr lang="en-US" dirty="0"/>
          </a:p>
        </p:txBody>
      </p:sp>
      <p:sp>
        <p:nvSpPr>
          <p:cNvPr id="13" name="제목 1">
            <a:extLst>
              <a:ext uri="{FF2B5EF4-FFF2-40B4-BE49-F238E27FC236}">
                <a16:creationId xmlns:a16="http://schemas.microsoft.com/office/drawing/2014/main" id="{FC60D2C4-E19C-088F-24AA-92F4628799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3812" y="609600"/>
            <a:ext cx="4914900" cy="1447800"/>
          </a:xfrm>
        </p:spPr>
        <p:txBody>
          <a:bodyPr rtlCol="0"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+mj-cs"/>
              </a:defRPr>
            </a:lvl1pPr>
          </a:lstStyle>
          <a:p>
            <a:pPr rtl="0"/>
            <a:r>
              <a:rPr lang="ko"/>
              <a:t>마스터 제목 스타일 편집</a:t>
            </a:r>
            <a:endParaRPr dirty="0"/>
          </a:p>
        </p:txBody>
      </p:sp>
      <p:sp>
        <p:nvSpPr>
          <p:cNvPr id="10" name="슬라이드 번호 개체 틀 5">
            <a:extLst>
              <a:ext uri="{FF2B5EF4-FFF2-40B4-BE49-F238E27FC236}">
                <a16:creationId xmlns:a16="http://schemas.microsoft.com/office/drawing/2014/main" id="{908F9375-0CED-7A7E-FAD2-5469CE00A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 rtlCol="0"/>
          <a:lstStyle>
            <a:lvl1pPr algn="ctr">
              <a:defRPr sz="2400" b="1"/>
            </a:lvl1pPr>
          </a:lstStyle>
          <a:p>
            <a:pPr rtl="0"/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3" name="바닥글 개체 틀 4">
            <a:extLst>
              <a:ext uri="{FF2B5EF4-FFF2-40B4-BE49-F238E27FC236}">
                <a16:creationId xmlns:a16="http://schemas.microsoft.com/office/drawing/2014/main" id="{C1791A8D-D5A1-DB56-D6C5-A82DB0F267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rtl="0"/>
            <a:endParaRPr lang="en-US" dirty="0"/>
          </a:p>
        </p:txBody>
      </p:sp>
      <p:sp>
        <p:nvSpPr>
          <p:cNvPr id="14" name="날짜 개체 틀 3">
            <a:extLst>
              <a:ext uri="{FF2B5EF4-FFF2-40B4-BE49-F238E27FC236}">
                <a16:creationId xmlns:a16="http://schemas.microsoft.com/office/drawing/2014/main" id="{BE9D901E-58D4-3C47-262B-EA276B7F1D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>
          <a:xfrm>
            <a:off x="1311274" y="2286000"/>
            <a:ext cx="4572000" cy="4267200"/>
          </a:xfrm>
        </p:spPr>
        <p:txBody>
          <a:bodyPr rtlCol="0">
            <a:normAutofit/>
          </a:bodyPr>
          <a:lstStyle>
            <a:lvl1pPr marL="4572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+mn-lt"/>
              </a:defRPr>
            </a:lvl1pPr>
            <a:lvl2pPr marL="365760" indent="0">
              <a:lnSpc>
                <a:spcPct val="110000"/>
              </a:lnSpc>
              <a:buFont typeface="Arial" panose="020B0604020202020204" pitchFamily="34" charset="0"/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+mn-lt"/>
              </a:defRPr>
            </a:lvl2pPr>
            <a:lvl3pPr marL="59436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+mn-lt"/>
              </a:defRPr>
            </a:lvl3pPr>
            <a:lvl4pPr marL="77724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+mn-lt"/>
              </a:defRPr>
            </a:lvl4pPr>
            <a:lvl5pPr marL="960120" indent="0">
              <a:lnSpc>
                <a:spcPct val="110000"/>
              </a:lnSpc>
              <a:buNone/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+mn-lt"/>
              </a:defRPr>
            </a:lvl5pPr>
          </a:lstStyle>
          <a:p>
            <a:pPr lvl="0" rtl="0"/>
            <a:r>
              <a:rPr lang="ko"/>
              <a:t>마스터 텍스트 스타일을 편집하려면 클릭하세요.</a:t>
            </a:r>
          </a:p>
          <a:p>
            <a:pPr lvl="1" rtl="0"/>
            <a:r>
              <a:rPr lang="ko"/>
              <a:t>둘째 수준</a:t>
            </a:r>
          </a:p>
          <a:p>
            <a:pPr lvl="2" rtl="0"/>
            <a:r>
              <a:rPr lang="ko"/>
              <a:t>셋째 수준</a:t>
            </a:r>
          </a:p>
          <a:p>
            <a:pPr lvl="3" rtl="0"/>
            <a:r>
              <a:rPr lang="ko"/>
              <a:t>넷째 수준</a:t>
            </a:r>
          </a:p>
          <a:p>
            <a:pPr lvl="4" rtl="0"/>
            <a:r>
              <a:rPr lang="ko"/>
              <a:t>다섯째 수준</a:t>
            </a:r>
            <a:endParaRPr dirty="0"/>
          </a:p>
        </p:txBody>
      </p:sp>
      <p:sp>
        <p:nvSpPr>
          <p:cNvPr id="15" name="십자가 14">
            <a:extLst>
              <a:ext uri="{FF2B5EF4-FFF2-40B4-BE49-F238E27FC236}">
                <a16:creationId xmlns:a16="http://schemas.microsoft.com/office/drawing/2014/main" id="{86C1A7B9-E319-130B-0CC8-DCB01B51A087}"/>
              </a:ext>
            </a:extLst>
          </p:cNvPr>
          <p:cNvSpPr/>
          <p:nvPr userDrawn="1"/>
        </p:nvSpPr>
        <p:spPr>
          <a:xfrm>
            <a:off x="7351712" y="44196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 rtl="0"/>
            <a:endParaRPr lang="en-US" dirty="0"/>
          </a:p>
        </p:txBody>
      </p:sp>
      <p:sp>
        <p:nvSpPr>
          <p:cNvPr id="5" name="자유형: 도형 4">
            <a:extLst>
              <a:ext uri="{FF2B5EF4-FFF2-40B4-BE49-F238E27FC236}">
                <a16:creationId xmlns:a16="http://schemas.microsoft.com/office/drawing/2014/main" id="{20652475-9C37-D778-F6B2-DE9F50F8571A}"/>
              </a:ext>
            </a:extLst>
          </p:cNvPr>
          <p:cNvSpPr/>
          <p:nvPr userDrawn="1"/>
        </p:nvSpPr>
        <p:spPr>
          <a:xfrm>
            <a:off x="8609012" y="-21999"/>
            <a:ext cx="3579812" cy="6901998"/>
          </a:xfrm>
          <a:custGeom>
            <a:avLst/>
            <a:gdLst>
              <a:gd name="connsiteX0" fmla="*/ 3450999 w 3579812"/>
              <a:gd name="connsiteY0" fmla="*/ 0 h 6901998"/>
              <a:gd name="connsiteX1" fmla="*/ 3579812 w 3579812"/>
              <a:gd name="connsiteY1" fmla="*/ 3257 h 6901998"/>
              <a:gd name="connsiteX2" fmla="*/ 3579812 w 3579812"/>
              <a:gd name="connsiteY2" fmla="*/ 6898741 h 6901998"/>
              <a:gd name="connsiteX3" fmla="*/ 3450999 w 3579812"/>
              <a:gd name="connsiteY3" fmla="*/ 6901998 h 6901998"/>
              <a:gd name="connsiteX4" fmla="*/ 0 w 3579812"/>
              <a:gd name="connsiteY4" fmla="*/ 3450999 h 6901998"/>
              <a:gd name="connsiteX5" fmla="*/ 3450999 w 3579812"/>
              <a:gd name="connsiteY5" fmla="*/ 0 h 6901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79812" h="6901998">
                <a:moveTo>
                  <a:pt x="3450999" y="0"/>
                </a:moveTo>
                <a:lnTo>
                  <a:pt x="3579812" y="3257"/>
                </a:lnTo>
                <a:lnTo>
                  <a:pt x="3579812" y="6898741"/>
                </a:lnTo>
                <a:lnTo>
                  <a:pt x="3450999" y="6901998"/>
                </a:lnTo>
                <a:cubicBezTo>
                  <a:pt x="1545065" y="6901998"/>
                  <a:pt x="0" y="5356933"/>
                  <a:pt x="0" y="3450999"/>
                </a:cubicBezTo>
                <a:cubicBezTo>
                  <a:pt x="0" y="1545065"/>
                  <a:pt x="1545065" y="0"/>
                  <a:pt x="3450999" y="0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41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컴퓨터 모니터가 있는 제목 및 내용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타원 4">
            <a:extLst>
              <a:ext uri="{FF2B5EF4-FFF2-40B4-BE49-F238E27FC236}">
                <a16:creationId xmlns:a16="http://schemas.microsoft.com/office/drawing/2014/main" id="{7D5A8CDC-7BE6-361B-2965-88F977B1F050}"/>
              </a:ext>
            </a:extLst>
          </p:cNvPr>
          <p:cNvSpPr/>
          <p:nvPr userDrawn="1"/>
        </p:nvSpPr>
        <p:spPr>
          <a:xfrm>
            <a:off x="6704012" y="838202"/>
            <a:ext cx="5029198" cy="5029198"/>
          </a:xfrm>
          <a:prstGeom prst="ellipse">
            <a:avLst/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6C13E5D-0B96-580C-032F-0323F5B935D3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pic>
        <p:nvPicPr>
          <p:cNvPr id="15" name="그래픽 14">
            <a:extLst>
              <a:ext uri="{FF2B5EF4-FFF2-40B4-BE49-F238E27FC236}">
                <a16:creationId xmlns:a16="http://schemas.microsoft.com/office/drawing/2014/main" id="{97F2A9A7-1093-A563-8A0E-4C8DB0E669A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742112" y="1752600"/>
            <a:ext cx="4951066" cy="3810000"/>
          </a:xfrm>
          <a:prstGeom prst="rect">
            <a:avLst/>
          </a:prstGeom>
        </p:spPr>
      </p:pic>
      <p:sp>
        <p:nvSpPr>
          <p:cNvPr id="4" name="제목 1">
            <a:extLst>
              <a:ext uri="{FF2B5EF4-FFF2-40B4-BE49-F238E27FC236}">
                <a16:creationId xmlns:a16="http://schemas.microsoft.com/office/drawing/2014/main" id="{E33374C0-ECC0-0DB1-D167-0EF643B5A1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3812" y="609600"/>
            <a:ext cx="4914900" cy="1447800"/>
          </a:xfrm>
        </p:spPr>
        <p:txBody>
          <a:bodyPr rtlCol="0"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+mj-cs"/>
              </a:defRPr>
            </a:lvl1pPr>
          </a:lstStyle>
          <a:p>
            <a:pPr rtl="0"/>
            <a:r>
              <a:rPr lang="ko"/>
              <a:t>마스터 제목 스타일 편집</a:t>
            </a:r>
            <a:endParaRPr dirty="0"/>
          </a:p>
        </p:txBody>
      </p:sp>
      <p:sp>
        <p:nvSpPr>
          <p:cNvPr id="3" name="슬라이드 번호 개체 틀 5">
            <a:extLst>
              <a:ext uri="{FF2B5EF4-FFF2-40B4-BE49-F238E27FC236}">
                <a16:creationId xmlns:a16="http://schemas.microsoft.com/office/drawing/2014/main" id="{FC465CD4-231A-6C85-3D9B-E21738DB5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 rtlCol="0"/>
          <a:lstStyle>
            <a:lvl1pPr algn="ctr">
              <a:defRPr sz="2400" b="1"/>
            </a:lvl1pPr>
          </a:lstStyle>
          <a:p>
            <a:pPr rtl="0"/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바닥글 개체 틀 4">
            <a:extLst>
              <a:ext uri="{FF2B5EF4-FFF2-40B4-BE49-F238E27FC236}">
                <a16:creationId xmlns:a16="http://schemas.microsoft.com/office/drawing/2014/main" id="{A583352B-64D3-C6FC-B554-91866CBEBC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rtl="0"/>
            <a:endParaRPr lang="en-US" dirty="0"/>
          </a:p>
        </p:txBody>
      </p:sp>
      <p:sp>
        <p:nvSpPr>
          <p:cNvPr id="6" name="날짜 개체 틀 3">
            <a:extLst>
              <a:ext uri="{FF2B5EF4-FFF2-40B4-BE49-F238E27FC236}">
                <a16:creationId xmlns:a16="http://schemas.microsoft.com/office/drawing/2014/main" id="{647C9D80-85BC-5E0B-E24A-6217CFE72A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12" name="내용 개체 틀 2">
            <a:extLst>
              <a:ext uri="{FF2B5EF4-FFF2-40B4-BE49-F238E27FC236}">
                <a16:creationId xmlns:a16="http://schemas.microsoft.com/office/drawing/2014/main" id="{20038AE2-F2EF-FEA5-D6B4-5C539A25221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11274" y="2286000"/>
            <a:ext cx="4572000" cy="3962400"/>
          </a:xfrm>
        </p:spPr>
        <p:txBody>
          <a:bodyPr rtlCol="0">
            <a:normAutofit/>
          </a:bodyPr>
          <a:lstStyle>
            <a:lvl1pPr marL="4572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+mn-lt"/>
              </a:defRPr>
            </a:lvl1pPr>
            <a:lvl2pPr marL="36576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+mn-lt"/>
              </a:defRPr>
            </a:lvl2pPr>
            <a:lvl3pPr marL="59436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+mn-lt"/>
              </a:defRPr>
            </a:lvl3pPr>
            <a:lvl4pPr marL="77724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+mn-lt"/>
              </a:defRPr>
            </a:lvl4pPr>
            <a:lvl5pPr marL="960120" indent="0">
              <a:lnSpc>
                <a:spcPct val="110000"/>
              </a:lnSpc>
              <a:buNone/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+mn-lt"/>
              </a:defRPr>
            </a:lvl5pPr>
          </a:lstStyle>
          <a:p>
            <a:pPr lvl="0" rtl="0"/>
            <a:r>
              <a:rPr lang="ko"/>
              <a:t>마스터 텍스트 스타일을 편집하려면 클릭하세요.</a:t>
            </a:r>
          </a:p>
          <a:p>
            <a:pPr lvl="1" rtl="0"/>
            <a:r>
              <a:rPr lang="ko"/>
              <a:t>둘째 수준</a:t>
            </a:r>
          </a:p>
          <a:p>
            <a:pPr lvl="2" rtl="0"/>
            <a:r>
              <a:rPr lang="ko"/>
              <a:t>셋째 수준</a:t>
            </a:r>
          </a:p>
          <a:p>
            <a:pPr lvl="3" rtl="0"/>
            <a:r>
              <a:rPr lang="ko"/>
              <a:t>넷째 수준</a:t>
            </a:r>
          </a:p>
          <a:p>
            <a:pPr lvl="4" rtl="0"/>
            <a:r>
              <a:rPr lang="ko"/>
              <a:t>다섯째 수준</a:t>
            </a:r>
            <a:endParaRPr dirty="0"/>
          </a:p>
        </p:txBody>
      </p:sp>
      <p:sp>
        <p:nvSpPr>
          <p:cNvPr id="7" name="그림 개체 틀 6">
            <a:extLst>
              <a:ext uri="{FF2B5EF4-FFF2-40B4-BE49-F238E27FC236}">
                <a16:creationId xmlns:a16="http://schemas.microsoft.com/office/drawing/2014/main" id="{51F5E297-E771-7AE4-7311-0874043A4B3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045945" y="2057400"/>
            <a:ext cx="4343400" cy="2688336"/>
          </a:xfrm>
          <a:custGeom>
            <a:avLst/>
            <a:gdLst>
              <a:gd name="connsiteX0" fmla="*/ 25620 w 4343400"/>
              <a:gd name="connsiteY0" fmla="*/ 0 h 2688336"/>
              <a:gd name="connsiteX1" fmla="*/ 4317780 w 4343400"/>
              <a:gd name="connsiteY1" fmla="*/ 0 h 2688336"/>
              <a:gd name="connsiteX2" fmla="*/ 4343400 w 4343400"/>
              <a:gd name="connsiteY2" fmla="*/ 25620 h 2688336"/>
              <a:gd name="connsiteX3" fmla="*/ 4343400 w 4343400"/>
              <a:gd name="connsiteY3" fmla="*/ 2662716 h 2688336"/>
              <a:gd name="connsiteX4" fmla="*/ 4317780 w 4343400"/>
              <a:gd name="connsiteY4" fmla="*/ 2688336 h 2688336"/>
              <a:gd name="connsiteX5" fmla="*/ 25620 w 4343400"/>
              <a:gd name="connsiteY5" fmla="*/ 2688336 h 2688336"/>
              <a:gd name="connsiteX6" fmla="*/ 0 w 4343400"/>
              <a:gd name="connsiteY6" fmla="*/ 2662716 h 2688336"/>
              <a:gd name="connsiteX7" fmla="*/ 0 w 4343400"/>
              <a:gd name="connsiteY7" fmla="*/ 25620 h 2688336"/>
              <a:gd name="connsiteX8" fmla="*/ 25620 w 4343400"/>
              <a:gd name="connsiteY8" fmla="*/ 0 h 26883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343400" h="2688336">
                <a:moveTo>
                  <a:pt x="25620" y="0"/>
                </a:moveTo>
                <a:lnTo>
                  <a:pt x="4317780" y="0"/>
                </a:lnTo>
                <a:cubicBezTo>
                  <a:pt x="4331930" y="0"/>
                  <a:pt x="4343400" y="11470"/>
                  <a:pt x="4343400" y="25620"/>
                </a:cubicBezTo>
                <a:lnTo>
                  <a:pt x="4343400" y="2662716"/>
                </a:lnTo>
                <a:cubicBezTo>
                  <a:pt x="4343400" y="2676866"/>
                  <a:pt x="4331930" y="2688336"/>
                  <a:pt x="4317780" y="2688336"/>
                </a:cubicBezTo>
                <a:lnTo>
                  <a:pt x="25620" y="2688336"/>
                </a:lnTo>
                <a:cubicBezTo>
                  <a:pt x="11470" y="2688336"/>
                  <a:pt x="0" y="2676866"/>
                  <a:pt x="0" y="2662716"/>
                </a:cubicBezTo>
                <a:lnTo>
                  <a:pt x="0" y="25620"/>
                </a:lnTo>
                <a:cubicBezTo>
                  <a:pt x="0" y="11470"/>
                  <a:pt x="11470" y="0"/>
                  <a:pt x="25620" y="0"/>
                </a:cubicBezTo>
                <a:close/>
              </a:path>
            </a:pathLst>
          </a:custGeom>
        </p:spPr>
        <p:txBody>
          <a:bodyPr wrap="square" rtlCol="0">
            <a:noAutofit/>
          </a:bodyPr>
          <a:lstStyle>
            <a:lvl1pPr marL="4572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97288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나누기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94761B-B29B-1C47-FAE9-6E0FA1543E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8012" y="685800"/>
            <a:ext cx="5687336" cy="5288730"/>
          </a:xfrm>
        </p:spPr>
        <p:txBody>
          <a:bodyPr rtlCol="0" anchor="b">
            <a:normAutofit/>
          </a:bodyPr>
          <a:lstStyle>
            <a:lvl1pPr marL="0" indent="0" algn="l">
              <a:lnSpc>
                <a:spcPct val="100000"/>
              </a:lnSpc>
              <a:defRPr sz="4800"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rtl="0"/>
            <a:r>
              <a:rPr lang="ko"/>
              <a:t>마스터 제목 스타일 편집</a:t>
            </a:r>
            <a:endParaRPr dirty="0"/>
          </a:p>
        </p:txBody>
      </p:sp>
      <p:sp>
        <p:nvSpPr>
          <p:cNvPr id="3" name="십자가 2">
            <a:extLst>
              <a:ext uri="{FF2B5EF4-FFF2-40B4-BE49-F238E27FC236}">
                <a16:creationId xmlns:a16="http://schemas.microsoft.com/office/drawing/2014/main" id="{9D098DB9-0987-4850-3A4E-90EECD01BFED}"/>
              </a:ext>
            </a:extLst>
          </p:cNvPr>
          <p:cNvSpPr/>
          <p:nvPr userDrawn="1"/>
        </p:nvSpPr>
        <p:spPr>
          <a:xfrm>
            <a:off x="7130149" y="3969437"/>
            <a:ext cx="640662" cy="640662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 rtl="0"/>
            <a:endParaRPr lang="en-US" dirty="0"/>
          </a:p>
        </p:txBody>
      </p:sp>
      <p:pic>
        <p:nvPicPr>
          <p:cNvPr id="4" name="그래픽 3">
            <a:extLst>
              <a:ext uri="{FF2B5EF4-FFF2-40B4-BE49-F238E27FC236}">
                <a16:creationId xmlns:a16="http://schemas.microsoft.com/office/drawing/2014/main" id="{0320F41B-7946-84A8-649E-B8D2394410B0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" r="42412"/>
          <a:stretch/>
        </p:blipFill>
        <p:spPr>
          <a:xfrm>
            <a:off x="7134779" y="533400"/>
            <a:ext cx="5054045" cy="5588000"/>
          </a:xfrm>
          <a:prstGeom prst="rect">
            <a:avLst/>
          </a:prstGeom>
        </p:spPr>
      </p:pic>
      <p:sp>
        <p:nvSpPr>
          <p:cNvPr id="6" name="십자가 5">
            <a:extLst>
              <a:ext uri="{FF2B5EF4-FFF2-40B4-BE49-F238E27FC236}">
                <a16:creationId xmlns:a16="http://schemas.microsoft.com/office/drawing/2014/main" id="{D3F324A7-F228-C486-182B-84D6C27A93B8}"/>
              </a:ext>
            </a:extLst>
          </p:cNvPr>
          <p:cNvSpPr/>
          <p:nvPr userDrawn="1"/>
        </p:nvSpPr>
        <p:spPr>
          <a:xfrm>
            <a:off x="6368151" y="2407337"/>
            <a:ext cx="640662" cy="640662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 rtl="0"/>
            <a:endParaRPr lang="en-US" dirty="0"/>
          </a:p>
        </p:txBody>
      </p:sp>
      <p:sp>
        <p:nvSpPr>
          <p:cNvPr id="10" name="그림 개체 틀 20">
            <a:extLst>
              <a:ext uri="{FF2B5EF4-FFF2-40B4-BE49-F238E27FC236}">
                <a16:creationId xmlns:a16="http://schemas.microsoft.com/office/drawing/2014/main" id="{0EE33DD4-E993-7039-2B48-6FAFAE32A9F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119745" y="990600"/>
            <a:ext cx="4069080" cy="4384979"/>
          </a:xfrm>
          <a:custGeom>
            <a:avLst/>
            <a:gdLst>
              <a:gd name="connsiteX0" fmla="*/ 3553733 w 4390346"/>
              <a:gd name="connsiteY0" fmla="*/ 0 h 4693920"/>
              <a:gd name="connsiteX1" fmla="*/ 4390346 w 4390346"/>
              <a:gd name="connsiteY1" fmla="*/ 0 h 4693920"/>
              <a:gd name="connsiteX2" fmla="*/ 4390346 w 4390346"/>
              <a:gd name="connsiteY2" fmla="*/ 4690872 h 4693920"/>
              <a:gd name="connsiteX3" fmla="*/ 3721482 w 4390346"/>
              <a:gd name="connsiteY3" fmla="*/ 4690872 h 4693920"/>
              <a:gd name="connsiteX4" fmla="*/ 3721482 w 4390346"/>
              <a:gd name="connsiteY4" fmla="*/ 4693920 h 4693920"/>
              <a:gd name="connsiteX5" fmla="*/ 197252 w 4390346"/>
              <a:gd name="connsiteY5" fmla="*/ 4693920 h 4693920"/>
              <a:gd name="connsiteX6" fmla="*/ 167017 w 4390346"/>
              <a:gd name="connsiteY6" fmla="*/ 4690872 h 4693920"/>
              <a:gd name="connsiteX7" fmla="*/ 0 w 4390346"/>
              <a:gd name="connsiteY7" fmla="*/ 4690872 h 4693920"/>
              <a:gd name="connsiteX8" fmla="*/ 0 w 4390346"/>
              <a:gd name="connsiteY8" fmla="*/ 4232970 h 4693920"/>
              <a:gd name="connsiteX9" fmla="*/ 1 w 4390346"/>
              <a:gd name="connsiteY9" fmla="*/ 4232970 h 4693920"/>
              <a:gd name="connsiteX10" fmla="*/ 1 w 4390346"/>
              <a:gd name="connsiteY10" fmla="*/ 200299 h 4693920"/>
              <a:gd name="connsiteX11" fmla="*/ 197252 w 4390346"/>
              <a:gd name="connsiteY11" fmla="*/ 3048 h 4693920"/>
              <a:gd name="connsiteX12" fmla="*/ 3553733 w 4390346"/>
              <a:gd name="connsiteY12" fmla="*/ 3048 h 4693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390346" h="4693920">
                <a:moveTo>
                  <a:pt x="3553733" y="0"/>
                </a:moveTo>
                <a:lnTo>
                  <a:pt x="4390346" y="0"/>
                </a:lnTo>
                <a:lnTo>
                  <a:pt x="4390346" y="4690872"/>
                </a:lnTo>
                <a:lnTo>
                  <a:pt x="3721482" y="4690872"/>
                </a:lnTo>
                <a:lnTo>
                  <a:pt x="3721482" y="4693920"/>
                </a:lnTo>
                <a:lnTo>
                  <a:pt x="197252" y="4693920"/>
                </a:lnTo>
                <a:lnTo>
                  <a:pt x="167017" y="4690872"/>
                </a:lnTo>
                <a:lnTo>
                  <a:pt x="0" y="4690872"/>
                </a:lnTo>
                <a:lnTo>
                  <a:pt x="0" y="4232970"/>
                </a:lnTo>
                <a:lnTo>
                  <a:pt x="1" y="4232970"/>
                </a:lnTo>
                <a:lnTo>
                  <a:pt x="1" y="200299"/>
                </a:lnTo>
                <a:cubicBezTo>
                  <a:pt x="1" y="91360"/>
                  <a:pt x="88313" y="3048"/>
                  <a:pt x="197252" y="3048"/>
                </a:cubicBezTo>
                <a:lnTo>
                  <a:pt x="3553733" y="3048"/>
                </a:lnTo>
                <a:close/>
              </a:path>
            </a:pathLst>
          </a:custGeom>
        </p:spPr>
        <p:txBody>
          <a:bodyPr wrap="square" rtlCol="0">
            <a:noAutofit/>
          </a:bodyPr>
          <a:lstStyle>
            <a:lvl1pPr marL="4572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76470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악센트가 있는 두 개의 내용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타원 4">
            <a:extLst>
              <a:ext uri="{FF2B5EF4-FFF2-40B4-BE49-F238E27FC236}">
                <a16:creationId xmlns:a16="http://schemas.microsoft.com/office/drawing/2014/main" id="{7D5A8CDC-7BE6-361B-2965-88F977B1F050}"/>
              </a:ext>
            </a:extLst>
          </p:cNvPr>
          <p:cNvSpPr/>
          <p:nvPr userDrawn="1"/>
        </p:nvSpPr>
        <p:spPr>
          <a:xfrm>
            <a:off x="6361114" y="1317171"/>
            <a:ext cx="5029198" cy="5029198"/>
          </a:xfrm>
          <a:prstGeom prst="ellipse">
            <a:avLst/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6C13E5D-0B96-580C-032F-0323F5B935D3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E33374C0-ECC0-0DB1-D167-0EF643B5A1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3812" y="609600"/>
            <a:ext cx="4914900" cy="1447800"/>
          </a:xfrm>
        </p:spPr>
        <p:txBody>
          <a:bodyPr rtlCol="0"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+mj-cs"/>
              </a:defRPr>
            </a:lvl1pPr>
          </a:lstStyle>
          <a:p>
            <a:pPr rtl="0"/>
            <a:r>
              <a:rPr lang="ko"/>
              <a:t>마스터 제목 스타일 편집</a:t>
            </a:r>
            <a:endParaRPr dirty="0"/>
          </a:p>
        </p:txBody>
      </p:sp>
      <p:sp>
        <p:nvSpPr>
          <p:cNvPr id="3" name="슬라이드 번호 개체 틀 5">
            <a:extLst>
              <a:ext uri="{FF2B5EF4-FFF2-40B4-BE49-F238E27FC236}">
                <a16:creationId xmlns:a16="http://schemas.microsoft.com/office/drawing/2014/main" id="{FC465CD4-231A-6C85-3D9B-E21738DB5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 rtlCol="0"/>
          <a:lstStyle>
            <a:lvl1pPr algn="ctr">
              <a:defRPr sz="2400" b="1"/>
            </a:lvl1pPr>
          </a:lstStyle>
          <a:p>
            <a:pPr rtl="0"/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바닥글 개체 틀 4">
            <a:extLst>
              <a:ext uri="{FF2B5EF4-FFF2-40B4-BE49-F238E27FC236}">
                <a16:creationId xmlns:a16="http://schemas.microsoft.com/office/drawing/2014/main" id="{A583352B-64D3-C6FC-B554-91866CBEBC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rtl="0"/>
            <a:endParaRPr lang="en-US" dirty="0"/>
          </a:p>
        </p:txBody>
      </p:sp>
      <p:sp>
        <p:nvSpPr>
          <p:cNvPr id="6" name="날짜 개체 틀 3">
            <a:extLst>
              <a:ext uri="{FF2B5EF4-FFF2-40B4-BE49-F238E27FC236}">
                <a16:creationId xmlns:a16="http://schemas.microsoft.com/office/drawing/2014/main" id="{647C9D80-85BC-5E0B-E24A-6217CFE72A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12" name="내용 개체 틀 2">
            <a:extLst>
              <a:ext uri="{FF2B5EF4-FFF2-40B4-BE49-F238E27FC236}">
                <a16:creationId xmlns:a16="http://schemas.microsoft.com/office/drawing/2014/main" id="{20038AE2-F2EF-FEA5-D6B4-5C539A25221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11274" y="2286000"/>
            <a:ext cx="4572000" cy="3962400"/>
          </a:xfrm>
        </p:spPr>
        <p:txBody>
          <a:bodyPr rtlCol="0">
            <a:normAutofit/>
          </a:bodyPr>
          <a:lstStyle>
            <a:lvl1pPr marL="331470" indent="-28575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+mn-lt"/>
              </a:defRPr>
            </a:lvl1pPr>
            <a:lvl2pPr marL="651510" indent="-28575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+mn-lt"/>
              </a:defRPr>
            </a:lvl2pPr>
            <a:lvl3pPr marL="880110" indent="-28575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+mn-lt"/>
              </a:defRPr>
            </a:lvl3pPr>
            <a:lvl4pPr marL="1062990" indent="-28575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+mn-lt"/>
              </a:defRPr>
            </a:lvl4pPr>
            <a:lvl5pPr marL="1245870" indent="-285750">
              <a:lnSpc>
                <a:spcPct val="110000"/>
              </a:lnSpc>
              <a:buFont typeface="Arial" panose="020B0604020202020204" pitchFamily="34" charset="0"/>
              <a:buChar char="•"/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+mn-lt"/>
              </a:defRPr>
            </a:lvl5pPr>
          </a:lstStyle>
          <a:p>
            <a:pPr lvl="0" rtl="0"/>
            <a:r>
              <a:rPr lang="ko"/>
              <a:t>마스터 텍스트 스타일을 편집하려면 클릭하세요.</a:t>
            </a:r>
          </a:p>
          <a:p>
            <a:pPr lvl="1" rtl="0"/>
            <a:r>
              <a:rPr lang="ko"/>
              <a:t>둘째 수준</a:t>
            </a:r>
          </a:p>
          <a:p>
            <a:pPr lvl="2" rtl="0"/>
            <a:r>
              <a:rPr lang="ko"/>
              <a:t>셋째 수준</a:t>
            </a:r>
          </a:p>
          <a:p>
            <a:pPr lvl="3" rtl="0"/>
            <a:r>
              <a:rPr lang="ko"/>
              <a:t>넷째 수준</a:t>
            </a:r>
          </a:p>
          <a:p>
            <a:pPr lvl="4" rtl="0"/>
            <a:r>
              <a:rPr lang="ko"/>
              <a:t>다섯째 수준</a:t>
            </a:r>
            <a:endParaRPr dirty="0"/>
          </a:p>
        </p:txBody>
      </p:sp>
      <p:sp>
        <p:nvSpPr>
          <p:cNvPr id="13" name="내용 개체 틀 12">
            <a:extLst>
              <a:ext uri="{FF2B5EF4-FFF2-40B4-BE49-F238E27FC236}">
                <a16:creationId xmlns:a16="http://schemas.microsoft.com/office/drawing/2014/main" id="{120B2A3A-FF4C-298C-0165-DB61E8935F6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094413" y="2286000"/>
            <a:ext cx="5562600" cy="3962400"/>
          </a:xfrm>
        </p:spPr>
        <p:txBody>
          <a:bodyPr rtlCol="0">
            <a:normAutofit/>
          </a:bodyPr>
          <a:lstStyle>
            <a:lvl1pPr>
              <a:defRPr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  <a:lvl2pPr>
              <a:defRPr>
                <a:latin typeface="Malgun Gothic" panose="020B0503020000020004" pitchFamily="34" charset="-127"/>
                <a:ea typeface="Malgun Gothic" panose="020B0503020000020004" pitchFamily="34" charset="-127"/>
              </a:defRPr>
            </a:lvl2pPr>
            <a:lvl3pPr>
              <a:defRPr>
                <a:latin typeface="Malgun Gothic" panose="020B0503020000020004" pitchFamily="34" charset="-127"/>
                <a:ea typeface="Malgun Gothic" panose="020B0503020000020004" pitchFamily="34" charset="-127"/>
              </a:defRPr>
            </a:lvl3pPr>
            <a:lvl4pPr>
              <a:defRPr>
                <a:latin typeface="Malgun Gothic" panose="020B0503020000020004" pitchFamily="34" charset="-127"/>
                <a:ea typeface="Malgun Gothic" panose="020B0503020000020004" pitchFamily="34" charset="-127"/>
              </a:defRPr>
            </a:lvl4pPr>
            <a:lvl5pPr>
              <a:defRPr>
                <a:latin typeface="Malgun Gothic" panose="020B0503020000020004" pitchFamily="34" charset="-127"/>
                <a:ea typeface="Malgun Gothic" panose="020B0503020000020004" pitchFamily="34" charset="-127"/>
              </a:defRPr>
            </a:lvl5pPr>
          </a:lstStyle>
          <a:p>
            <a:pPr lvl="0" rtl="0"/>
            <a:r>
              <a:rPr lang="ko"/>
              <a:t>마스터 텍스트 스타일을 편집하려면 클릭하세요.</a:t>
            </a:r>
          </a:p>
          <a:p>
            <a:pPr lvl="1" rtl="0"/>
            <a:r>
              <a:rPr lang="ko"/>
              <a:t>둘째 수준</a:t>
            </a:r>
          </a:p>
          <a:p>
            <a:pPr lvl="2" rtl="0"/>
            <a:r>
              <a:rPr lang="ko"/>
              <a:t>셋째 수준</a:t>
            </a:r>
          </a:p>
          <a:p>
            <a:pPr lvl="3" rtl="0"/>
            <a:r>
              <a:rPr lang="ko"/>
              <a:t>넷째 수준</a:t>
            </a:r>
          </a:p>
          <a:p>
            <a:pPr lvl="4" rtl="0"/>
            <a:r>
              <a:rPr lang="ko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7893288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용 및 표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F6C13E5D-0B96-580C-032F-0323F5B935D3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E33374C0-ECC0-0DB1-D167-0EF643B5A1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3812" y="609600"/>
            <a:ext cx="4914900" cy="1447800"/>
          </a:xfrm>
        </p:spPr>
        <p:txBody>
          <a:bodyPr rtlCol="0"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+mj-cs"/>
              </a:defRPr>
            </a:lvl1pPr>
          </a:lstStyle>
          <a:p>
            <a:pPr rtl="0"/>
            <a:r>
              <a:rPr lang="ko"/>
              <a:t>마스터 제목 스타일 편집</a:t>
            </a:r>
            <a:endParaRPr dirty="0"/>
          </a:p>
        </p:txBody>
      </p:sp>
      <p:sp>
        <p:nvSpPr>
          <p:cNvPr id="3" name="슬라이드 번호 개체 틀 5">
            <a:extLst>
              <a:ext uri="{FF2B5EF4-FFF2-40B4-BE49-F238E27FC236}">
                <a16:creationId xmlns:a16="http://schemas.microsoft.com/office/drawing/2014/main" id="{FC465CD4-231A-6C85-3D9B-E21738DB5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 rtlCol="0"/>
          <a:lstStyle>
            <a:lvl1pPr algn="ctr">
              <a:defRPr sz="2400" b="1"/>
            </a:lvl1pPr>
          </a:lstStyle>
          <a:p>
            <a:pPr rtl="0"/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바닥글 개체 틀 4">
            <a:extLst>
              <a:ext uri="{FF2B5EF4-FFF2-40B4-BE49-F238E27FC236}">
                <a16:creationId xmlns:a16="http://schemas.microsoft.com/office/drawing/2014/main" id="{A583352B-64D3-C6FC-B554-91866CBEBC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rtl="0"/>
            <a:endParaRPr lang="en-US" dirty="0"/>
          </a:p>
        </p:txBody>
      </p:sp>
      <p:sp>
        <p:nvSpPr>
          <p:cNvPr id="6" name="날짜 개체 틀 3">
            <a:extLst>
              <a:ext uri="{FF2B5EF4-FFF2-40B4-BE49-F238E27FC236}">
                <a16:creationId xmlns:a16="http://schemas.microsoft.com/office/drawing/2014/main" id="{647C9D80-85BC-5E0B-E24A-6217CFE72A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12" name="내용 개체 틀 2">
            <a:extLst>
              <a:ext uri="{FF2B5EF4-FFF2-40B4-BE49-F238E27FC236}">
                <a16:creationId xmlns:a16="http://schemas.microsoft.com/office/drawing/2014/main" id="{20038AE2-F2EF-FEA5-D6B4-5C539A25221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11274" y="2286000"/>
            <a:ext cx="4572000" cy="3962400"/>
          </a:xfrm>
        </p:spPr>
        <p:txBody>
          <a:bodyPr rtlCol="0">
            <a:normAutofit/>
          </a:bodyPr>
          <a:lstStyle>
            <a:lvl1pPr marL="45720" indent="0">
              <a:lnSpc>
                <a:spcPct val="110000"/>
              </a:lnSpc>
              <a:buNone/>
              <a:defRPr 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+mn-lt"/>
              </a:defRPr>
            </a:lvl1pPr>
            <a:lvl2pPr marL="331470" indent="-285750">
              <a:lnSpc>
                <a:spcPct val="11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+mn-lt"/>
              </a:defRPr>
            </a:lvl2pPr>
            <a:lvl3pPr marL="594360" indent="-22860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+mn-lt"/>
              </a:defRPr>
            </a:lvl3pPr>
            <a:lvl4pPr marL="777240" indent="-22860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+mn-lt"/>
              </a:defRPr>
            </a:lvl4pPr>
            <a:lvl5pPr marL="960120" indent="-228600">
              <a:lnSpc>
                <a:spcPct val="110000"/>
              </a:lnSpc>
              <a:buFont typeface="Arial" panose="020B0604020202020204" pitchFamily="34" charset="0"/>
              <a:buChar char="•"/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+mn-lt"/>
              </a:defRPr>
            </a:lvl5pPr>
          </a:lstStyle>
          <a:p>
            <a:pPr lvl="0" rtl="0"/>
            <a:r>
              <a:rPr lang="ko"/>
              <a:t>마스터 텍스트 스타일을 편집하려면 클릭하세요.</a:t>
            </a:r>
          </a:p>
          <a:p>
            <a:pPr lvl="1" rtl="0"/>
            <a:r>
              <a:rPr lang="ko"/>
              <a:t>둘째 수준</a:t>
            </a:r>
          </a:p>
          <a:p>
            <a:pPr lvl="2" rtl="0"/>
            <a:r>
              <a:rPr lang="ko"/>
              <a:t>셋째 수준</a:t>
            </a:r>
          </a:p>
          <a:p>
            <a:pPr lvl="3" rtl="0"/>
            <a:r>
              <a:rPr lang="ko"/>
              <a:t>넷째 수준</a:t>
            </a:r>
          </a:p>
          <a:p>
            <a:pPr lvl="4" rtl="0"/>
            <a:r>
              <a:rPr lang="ko"/>
              <a:t>다섯째 수준</a:t>
            </a:r>
            <a:endParaRPr dirty="0"/>
          </a:p>
        </p:txBody>
      </p:sp>
      <p:sp>
        <p:nvSpPr>
          <p:cNvPr id="9" name="표 개체 틀 8">
            <a:extLst>
              <a:ext uri="{FF2B5EF4-FFF2-40B4-BE49-F238E27FC236}">
                <a16:creationId xmlns:a16="http://schemas.microsoft.com/office/drawing/2014/main" id="{6EA47FDD-142D-1BE6-8057-A6CC1A71222C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6094413" y="2286000"/>
            <a:ext cx="5558794" cy="3962400"/>
          </a:xfrm>
        </p:spPr>
        <p:txBody>
          <a:bodyPr rtlCol="0"/>
          <a:lstStyle>
            <a:lvl1pPr marL="45720" indent="0">
              <a:buNone/>
              <a:defRPr/>
            </a:lvl1pPr>
          </a:lstStyle>
          <a:p>
            <a:pPr rtl="0"/>
            <a:r>
              <a:rPr lang="ko-KR" altLang="en-US"/>
              <a:t>표를 추가하려면 아이콘을 클릭하십시오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03946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자유형: 도형 9">
            <a:extLst>
              <a:ext uri="{FF2B5EF4-FFF2-40B4-BE49-F238E27FC236}">
                <a16:creationId xmlns:a16="http://schemas.microsoft.com/office/drawing/2014/main" id="{BE2E1990-ECE7-FA08-4966-BE3109399672}"/>
              </a:ext>
            </a:extLst>
          </p:cNvPr>
          <p:cNvSpPr/>
          <p:nvPr userDrawn="1"/>
        </p:nvSpPr>
        <p:spPr>
          <a:xfrm>
            <a:off x="7026044" y="0"/>
            <a:ext cx="4461334" cy="1981200"/>
          </a:xfrm>
          <a:custGeom>
            <a:avLst/>
            <a:gdLst>
              <a:gd name="connsiteX0" fmla="*/ 0 w 4461334"/>
              <a:gd name="connsiteY0" fmla="*/ 0 h 1981200"/>
              <a:gd name="connsiteX1" fmla="*/ 4461334 w 4461334"/>
              <a:gd name="connsiteY1" fmla="*/ 0 h 1981200"/>
              <a:gd name="connsiteX2" fmla="*/ 4432897 w 4461334"/>
              <a:gd name="connsiteY2" fmla="*/ 186331 h 1981200"/>
              <a:gd name="connsiteX3" fmla="*/ 2230667 w 4461334"/>
              <a:gd name="connsiteY3" fmla="*/ 1981200 h 1981200"/>
              <a:gd name="connsiteX4" fmla="*/ 28437 w 4461334"/>
              <a:gd name="connsiteY4" fmla="*/ 186331 h 1981200"/>
              <a:gd name="connsiteX5" fmla="*/ 0 w 4461334"/>
              <a:gd name="connsiteY5" fmla="*/ 0 h 198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61334" h="1981200">
                <a:moveTo>
                  <a:pt x="0" y="0"/>
                </a:moveTo>
                <a:lnTo>
                  <a:pt x="4461334" y="0"/>
                </a:lnTo>
                <a:lnTo>
                  <a:pt x="4432897" y="186331"/>
                </a:lnTo>
                <a:cubicBezTo>
                  <a:pt x="4223288" y="1210661"/>
                  <a:pt x="3316962" y="1981200"/>
                  <a:pt x="2230667" y="1981200"/>
                </a:cubicBezTo>
                <a:cubicBezTo>
                  <a:pt x="1144372" y="1981200"/>
                  <a:pt x="238046" y="1210661"/>
                  <a:pt x="28437" y="186331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 rtl="0"/>
            <a:endParaRPr 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E1D9EB0-EE8E-A9E8-9583-2D924EFA65AF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FAC00260-F255-D312-3E7C-329EECDFDE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3812" y="609600"/>
            <a:ext cx="4914900" cy="1447800"/>
          </a:xfrm>
        </p:spPr>
        <p:txBody>
          <a:bodyPr rtlCol="0"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+mj-cs"/>
              </a:defRPr>
            </a:lvl1pPr>
          </a:lstStyle>
          <a:p>
            <a:pPr rtl="0"/>
            <a:r>
              <a:rPr lang="ko"/>
              <a:t>마스터 제목 스타일 편집</a:t>
            </a:r>
            <a:endParaRPr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C9C7904-6373-06D6-713A-79D78DD61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 rtlCol="0"/>
          <a:lstStyle>
            <a:lvl1pPr algn="ctr">
              <a:defRPr sz="2400" b="1"/>
            </a:lvl1pPr>
          </a:lstStyle>
          <a:p>
            <a:pPr rtl="0"/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바닥글 개체 틀 4">
            <a:extLst>
              <a:ext uri="{FF2B5EF4-FFF2-40B4-BE49-F238E27FC236}">
                <a16:creationId xmlns:a16="http://schemas.microsoft.com/office/drawing/2014/main" id="{0583D396-7FDF-332F-BEA4-791452AB13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rtl="0"/>
            <a:endParaRPr lang="en-US" dirty="0"/>
          </a:p>
        </p:txBody>
      </p:sp>
      <p:sp>
        <p:nvSpPr>
          <p:cNvPr id="8" name="날짜 개체 틀 3">
            <a:extLst>
              <a:ext uri="{FF2B5EF4-FFF2-40B4-BE49-F238E27FC236}">
                <a16:creationId xmlns:a16="http://schemas.microsoft.com/office/drawing/2014/main" id="{157FA249-0BE5-21BF-D816-85FBE6C4BD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4" name="표 개체 틀 3">
            <a:extLst>
              <a:ext uri="{FF2B5EF4-FFF2-40B4-BE49-F238E27FC236}">
                <a16:creationId xmlns:a16="http://schemas.microsoft.com/office/drawing/2014/main" id="{FD06F443-9595-7420-13F2-7AF883FDE5E1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1293811" y="2743200"/>
            <a:ext cx="10134601" cy="3505200"/>
          </a:xfrm>
        </p:spPr>
        <p:txBody>
          <a:bodyPr rtlCol="0"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ko-KR" altLang="en-US"/>
              <a:t>표를 추가하려면 아이콘을 클릭하십시오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09171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두 개의 내용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자유형: 도형 16">
            <a:extLst>
              <a:ext uri="{FF2B5EF4-FFF2-40B4-BE49-F238E27FC236}">
                <a16:creationId xmlns:a16="http://schemas.microsoft.com/office/drawing/2014/main" id="{B6A45E1A-7551-6F54-D038-074B58A3B73E}"/>
              </a:ext>
            </a:extLst>
          </p:cNvPr>
          <p:cNvSpPr/>
          <p:nvPr userDrawn="1"/>
        </p:nvSpPr>
        <p:spPr>
          <a:xfrm>
            <a:off x="7026044" y="0"/>
            <a:ext cx="4461334" cy="1981200"/>
          </a:xfrm>
          <a:custGeom>
            <a:avLst/>
            <a:gdLst>
              <a:gd name="connsiteX0" fmla="*/ 0 w 4461334"/>
              <a:gd name="connsiteY0" fmla="*/ 0 h 1981200"/>
              <a:gd name="connsiteX1" fmla="*/ 4461334 w 4461334"/>
              <a:gd name="connsiteY1" fmla="*/ 0 h 1981200"/>
              <a:gd name="connsiteX2" fmla="*/ 4432897 w 4461334"/>
              <a:gd name="connsiteY2" fmla="*/ 186331 h 1981200"/>
              <a:gd name="connsiteX3" fmla="*/ 2230667 w 4461334"/>
              <a:gd name="connsiteY3" fmla="*/ 1981200 h 1981200"/>
              <a:gd name="connsiteX4" fmla="*/ 28437 w 4461334"/>
              <a:gd name="connsiteY4" fmla="*/ 186331 h 1981200"/>
              <a:gd name="connsiteX5" fmla="*/ 0 w 4461334"/>
              <a:gd name="connsiteY5" fmla="*/ 0 h 198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61334" h="1981200">
                <a:moveTo>
                  <a:pt x="0" y="0"/>
                </a:moveTo>
                <a:lnTo>
                  <a:pt x="4461334" y="0"/>
                </a:lnTo>
                <a:lnTo>
                  <a:pt x="4432897" y="186331"/>
                </a:lnTo>
                <a:cubicBezTo>
                  <a:pt x="4223288" y="1210661"/>
                  <a:pt x="3316962" y="1981200"/>
                  <a:pt x="2230667" y="1981200"/>
                </a:cubicBezTo>
                <a:cubicBezTo>
                  <a:pt x="1144372" y="1981200"/>
                  <a:pt x="238046" y="1210661"/>
                  <a:pt x="28437" y="186331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 rtl="0"/>
            <a:endParaRPr lang="en-US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75C97BE-6AF8-5928-B560-739552D148BA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6" name="십자가 5">
            <a:extLst>
              <a:ext uri="{FF2B5EF4-FFF2-40B4-BE49-F238E27FC236}">
                <a16:creationId xmlns:a16="http://schemas.microsoft.com/office/drawing/2014/main" id="{049F4FA0-ECA1-9CE1-60CD-491656F225D3}"/>
              </a:ext>
            </a:extLst>
          </p:cNvPr>
          <p:cNvSpPr/>
          <p:nvPr userDrawn="1"/>
        </p:nvSpPr>
        <p:spPr>
          <a:xfrm>
            <a:off x="6683143" y="13970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 rtl="0"/>
            <a:endParaRPr lang="en-US" dirty="0"/>
          </a:p>
        </p:txBody>
      </p:sp>
      <p:sp>
        <p:nvSpPr>
          <p:cNvPr id="7" name="십자가 6">
            <a:extLst>
              <a:ext uri="{FF2B5EF4-FFF2-40B4-BE49-F238E27FC236}">
                <a16:creationId xmlns:a16="http://schemas.microsoft.com/office/drawing/2014/main" id="{E0F6845B-3635-28EA-BA6E-5535FE48E8B0}"/>
              </a:ext>
            </a:extLst>
          </p:cNvPr>
          <p:cNvSpPr/>
          <p:nvPr userDrawn="1"/>
        </p:nvSpPr>
        <p:spPr>
          <a:xfrm>
            <a:off x="11085513" y="56388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 rtl="0"/>
            <a:endParaRPr lang="en-US" dirty="0"/>
          </a:p>
        </p:txBody>
      </p:sp>
      <p:sp>
        <p:nvSpPr>
          <p:cNvPr id="11" name="제목 1">
            <a:extLst>
              <a:ext uri="{FF2B5EF4-FFF2-40B4-BE49-F238E27FC236}">
                <a16:creationId xmlns:a16="http://schemas.microsoft.com/office/drawing/2014/main" id="{D1B5BD44-F42D-3B65-BB68-E5C76C4E06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3812" y="609600"/>
            <a:ext cx="4914900" cy="1447800"/>
          </a:xfrm>
        </p:spPr>
        <p:txBody>
          <a:bodyPr rtlCol="0"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+mj-cs"/>
              </a:defRPr>
            </a:lvl1pPr>
          </a:lstStyle>
          <a:p>
            <a:pPr rtl="0"/>
            <a:r>
              <a:rPr lang="ko"/>
              <a:t>마스터 제목 스타일 편집</a:t>
            </a:r>
            <a:endParaRPr dirty="0"/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E6F22956-4B4B-B972-CE6C-282D1D591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 rtlCol="0"/>
          <a:lstStyle>
            <a:lvl1pPr algn="ctr">
              <a:defRPr sz="2400" b="1"/>
            </a:lvl1pPr>
          </a:lstStyle>
          <a:p>
            <a:pPr rtl="0"/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바닥글 개체 틀 4">
            <a:extLst>
              <a:ext uri="{FF2B5EF4-FFF2-40B4-BE49-F238E27FC236}">
                <a16:creationId xmlns:a16="http://schemas.microsoft.com/office/drawing/2014/main" id="{C319E7A6-A7BC-1FD9-6936-D83244A4083E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rtl="0"/>
            <a:endParaRPr lang="en-US" dirty="0"/>
          </a:p>
        </p:txBody>
      </p:sp>
      <p:sp>
        <p:nvSpPr>
          <p:cNvPr id="14" name="날짜 개체 틀 3">
            <a:extLst>
              <a:ext uri="{FF2B5EF4-FFF2-40B4-BE49-F238E27FC236}">
                <a16:creationId xmlns:a16="http://schemas.microsoft.com/office/drawing/2014/main" id="{2180FD49-43D5-4D47-7DA7-BF05B579F2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12" name="내용 개체 틀 2">
            <a:extLst>
              <a:ext uri="{FF2B5EF4-FFF2-40B4-BE49-F238E27FC236}">
                <a16:creationId xmlns:a16="http://schemas.microsoft.com/office/drawing/2014/main" id="{F11B92F8-C070-2CE8-09EC-DAB8F879C213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1293812" y="2438400"/>
            <a:ext cx="4911725" cy="4114799"/>
          </a:xfrm>
        </p:spPr>
        <p:txBody>
          <a:bodyPr rtlCol="0">
            <a:normAutofit/>
          </a:bodyPr>
          <a:lstStyle>
            <a:lvl1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+mn-lt"/>
              </a:defRPr>
            </a:lvl1pPr>
            <a:lvl2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+mn-lt"/>
              </a:defRPr>
            </a:lvl2pPr>
            <a:lvl3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+mn-lt"/>
              </a:defRPr>
            </a:lvl3pPr>
            <a:lvl4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+mn-lt"/>
              </a:defRPr>
            </a:lvl4pPr>
            <a:lvl5pPr>
              <a:lnSpc>
                <a:spcPct val="110000"/>
              </a:lnSpc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+mn-lt"/>
              </a:defRPr>
            </a:lvl5pPr>
          </a:lstStyle>
          <a:p>
            <a:pPr lvl="0" rtl="0"/>
            <a:r>
              <a:rPr lang="ko"/>
              <a:t>마스터 텍스트 스타일을 편집하려면 클릭하세요.</a:t>
            </a:r>
          </a:p>
          <a:p>
            <a:pPr lvl="1" rtl="0"/>
            <a:r>
              <a:rPr lang="ko"/>
              <a:t>둘째 수준</a:t>
            </a:r>
          </a:p>
          <a:p>
            <a:pPr lvl="2" rtl="0"/>
            <a:r>
              <a:rPr lang="ko"/>
              <a:t>셋째 수준</a:t>
            </a:r>
          </a:p>
          <a:p>
            <a:pPr lvl="3" rtl="0"/>
            <a:r>
              <a:rPr lang="ko"/>
              <a:t>넷째 수준</a:t>
            </a:r>
          </a:p>
          <a:p>
            <a:pPr lvl="4" rtl="0"/>
            <a:r>
              <a:rPr lang="ko"/>
              <a:t>다섯째 수준</a:t>
            </a:r>
            <a:endParaRPr dirty="0"/>
          </a:p>
        </p:txBody>
      </p:sp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7A79808F-B1FF-C536-B44F-59CEA545BFD5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6516689" y="2438400"/>
            <a:ext cx="4911725" cy="4114799"/>
          </a:xfrm>
        </p:spPr>
        <p:txBody>
          <a:bodyPr rtlCol="0">
            <a:normAutofit/>
          </a:bodyPr>
          <a:lstStyle>
            <a:lvl1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+mn-lt"/>
              </a:defRPr>
            </a:lvl1pPr>
            <a:lvl2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+mn-lt"/>
              </a:defRPr>
            </a:lvl2pPr>
            <a:lvl3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+mn-lt"/>
              </a:defRPr>
            </a:lvl3pPr>
            <a:lvl4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+mn-lt"/>
              </a:defRPr>
            </a:lvl4pPr>
            <a:lvl5pPr>
              <a:lnSpc>
                <a:spcPct val="110000"/>
              </a:lnSpc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+mn-lt"/>
              </a:defRPr>
            </a:lvl5pPr>
          </a:lstStyle>
          <a:p>
            <a:pPr lvl="0" rtl="0"/>
            <a:r>
              <a:rPr lang="ko"/>
              <a:t>마스터 텍스트 스타일을 편집하려면 클릭하세요.</a:t>
            </a:r>
          </a:p>
          <a:p>
            <a:pPr lvl="1" rtl="0"/>
            <a:r>
              <a:rPr lang="ko"/>
              <a:t>둘째 수준</a:t>
            </a:r>
          </a:p>
          <a:p>
            <a:pPr lvl="2" rtl="0"/>
            <a:r>
              <a:rPr lang="ko"/>
              <a:t>셋째 수준</a:t>
            </a:r>
          </a:p>
          <a:p>
            <a:pPr lvl="3" rtl="0"/>
            <a:r>
              <a:rPr lang="ko"/>
              <a:t>넷째 수준</a:t>
            </a:r>
          </a:p>
          <a:p>
            <a:pPr lvl="4" rtl="0"/>
            <a:r>
              <a:rPr lang="ko"/>
              <a:t>다섯째 수준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015491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두 개의 내용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B09E2F69-D76D-62CD-4B4B-52AB2F720DE4}"/>
              </a:ext>
            </a:extLst>
          </p:cNvPr>
          <p:cNvSpPr/>
          <p:nvPr userDrawn="1"/>
        </p:nvSpPr>
        <p:spPr>
          <a:xfrm>
            <a:off x="9958158" y="0"/>
            <a:ext cx="2230666" cy="1981200"/>
          </a:xfrm>
          <a:custGeom>
            <a:avLst/>
            <a:gdLst>
              <a:gd name="connsiteX0" fmla="*/ 0 w 2230666"/>
              <a:gd name="connsiteY0" fmla="*/ 0 h 1981200"/>
              <a:gd name="connsiteX1" fmla="*/ 2230666 w 2230666"/>
              <a:gd name="connsiteY1" fmla="*/ 0 h 1981200"/>
              <a:gd name="connsiteX2" fmla="*/ 2230666 w 2230666"/>
              <a:gd name="connsiteY2" fmla="*/ 1981200 h 1981200"/>
              <a:gd name="connsiteX3" fmla="*/ 2029222 w 2230666"/>
              <a:gd name="connsiteY3" fmla="*/ 1972296 h 1981200"/>
              <a:gd name="connsiteX4" fmla="*/ 28437 w 2230666"/>
              <a:gd name="connsiteY4" fmla="*/ 186331 h 198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30666" h="1981200">
                <a:moveTo>
                  <a:pt x="0" y="0"/>
                </a:moveTo>
                <a:lnTo>
                  <a:pt x="2230666" y="0"/>
                </a:lnTo>
                <a:lnTo>
                  <a:pt x="2230666" y="1981200"/>
                </a:lnTo>
                <a:lnTo>
                  <a:pt x="2029222" y="1972296"/>
                </a:lnTo>
                <a:cubicBezTo>
                  <a:pt x="1033803" y="1883891"/>
                  <a:pt x="224946" y="1146640"/>
                  <a:pt x="28437" y="186331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lvl="0" algn="ctr" rtl="0"/>
            <a:endParaRPr lang="en-US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75C97BE-6AF8-5928-B560-739552D148BA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3" name="십자가 2">
            <a:extLst>
              <a:ext uri="{FF2B5EF4-FFF2-40B4-BE49-F238E27FC236}">
                <a16:creationId xmlns:a16="http://schemas.microsoft.com/office/drawing/2014/main" id="{A0041296-BAB4-9340-D4A7-59FD619AC52B}"/>
              </a:ext>
            </a:extLst>
          </p:cNvPr>
          <p:cNvSpPr/>
          <p:nvPr userDrawn="1"/>
        </p:nvSpPr>
        <p:spPr>
          <a:xfrm>
            <a:off x="7847012" y="3810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 rtl="0"/>
            <a:endParaRPr lang="en-US" dirty="0"/>
          </a:p>
        </p:txBody>
      </p:sp>
      <p:sp>
        <p:nvSpPr>
          <p:cNvPr id="5" name="십자가 4">
            <a:extLst>
              <a:ext uri="{FF2B5EF4-FFF2-40B4-BE49-F238E27FC236}">
                <a16:creationId xmlns:a16="http://schemas.microsoft.com/office/drawing/2014/main" id="{FFABB0BB-C379-786D-46F1-DEB6A507EA80}"/>
              </a:ext>
            </a:extLst>
          </p:cNvPr>
          <p:cNvSpPr/>
          <p:nvPr userDrawn="1"/>
        </p:nvSpPr>
        <p:spPr>
          <a:xfrm>
            <a:off x="8559685" y="10668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 rtl="0"/>
            <a:endParaRPr lang="en-US" dirty="0"/>
          </a:p>
        </p:txBody>
      </p:sp>
      <p:sp>
        <p:nvSpPr>
          <p:cNvPr id="11" name="제목 1">
            <a:extLst>
              <a:ext uri="{FF2B5EF4-FFF2-40B4-BE49-F238E27FC236}">
                <a16:creationId xmlns:a16="http://schemas.microsoft.com/office/drawing/2014/main" id="{20BDC478-129E-9690-F10A-A1F679ABD6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3812" y="609600"/>
            <a:ext cx="4914900" cy="1447800"/>
          </a:xfrm>
        </p:spPr>
        <p:txBody>
          <a:bodyPr rtlCol="0"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+mj-cs"/>
              </a:defRPr>
            </a:lvl1pPr>
          </a:lstStyle>
          <a:p>
            <a:pPr rtl="0"/>
            <a:r>
              <a:rPr lang="ko"/>
              <a:t>마스터 제목 스타일 편집</a:t>
            </a:r>
            <a:endParaRPr dirty="0"/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7BD29393-4996-16FE-FC38-2447AE812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 rtlCol="0"/>
          <a:lstStyle>
            <a:lvl1pPr algn="ctr">
              <a:defRPr sz="2400" b="1"/>
            </a:lvl1pPr>
          </a:lstStyle>
          <a:p>
            <a:pPr rtl="0"/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5" name="바닥글 개체 틀 4">
            <a:extLst>
              <a:ext uri="{FF2B5EF4-FFF2-40B4-BE49-F238E27FC236}">
                <a16:creationId xmlns:a16="http://schemas.microsoft.com/office/drawing/2014/main" id="{2FB2C37F-01F4-8BDA-35AA-8F8EBC5540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rtl="0"/>
            <a:endParaRPr lang="en-US" dirty="0"/>
          </a:p>
        </p:txBody>
      </p:sp>
      <p:sp>
        <p:nvSpPr>
          <p:cNvPr id="14" name="날짜 개체 틀 3">
            <a:extLst>
              <a:ext uri="{FF2B5EF4-FFF2-40B4-BE49-F238E27FC236}">
                <a16:creationId xmlns:a16="http://schemas.microsoft.com/office/drawing/2014/main" id="{EF45931A-8732-7A9F-4CEE-22AA3831A4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12" name="내용 개체 틀 2">
            <a:extLst>
              <a:ext uri="{FF2B5EF4-FFF2-40B4-BE49-F238E27FC236}">
                <a16:creationId xmlns:a16="http://schemas.microsoft.com/office/drawing/2014/main" id="{F11B92F8-C070-2CE8-09EC-DAB8F879C213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1293812" y="2286000"/>
            <a:ext cx="4911725" cy="4267200"/>
          </a:xfrm>
        </p:spPr>
        <p:txBody>
          <a:bodyPr rtlCol="0">
            <a:normAutofit/>
          </a:bodyPr>
          <a:lstStyle>
            <a:lvl1pPr marL="4572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+mn-lt"/>
              </a:defRPr>
            </a:lvl1pPr>
            <a:lvl2pPr marL="36576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+mn-lt"/>
              </a:defRPr>
            </a:lvl2pPr>
            <a:lvl3pPr marL="59436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+mn-lt"/>
              </a:defRPr>
            </a:lvl3pPr>
            <a:lvl4pPr marL="77724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+mn-lt"/>
              </a:defRPr>
            </a:lvl4pPr>
            <a:lvl5pPr marL="960120" indent="0">
              <a:lnSpc>
                <a:spcPct val="110000"/>
              </a:lnSpc>
              <a:buNone/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+mn-lt"/>
              </a:defRPr>
            </a:lvl5pPr>
          </a:lstStyle>
          <a:p>
            <a:pPr lvl="0" rtl="0"/>
            <a:r>
              <a:rPr lang="ko"/>
              <a:t>마스터 텍스트 스타일을 편집하려면 클릭하세요.</a:t>
            </a:r>
          </a:p>
          <a:p>
            <a:pPr lvl="1" rtl="0"/>
            <a:r>
              <a:rPr lang="ko"/>
              <a:t>둘째 수준</a:t>
            </a:r>
          </a:p>
          <a:p>
            <a:pPr lvl="2" rtl="0"/>
            <a:r>
              <a:rPr lang="ko"/>
              <a:t>셋째 수준</a:t>
            </a:r>
          </a:p>
          <a:p>
            <a:pPr lvl="3" rtl="0"/>
            <a:r>
              <a:rPr lang="ko"/>
              <a:t>넷째 수준</a:t>
            </a:r>
          </a:p>
          <a:p>
            <a:pPr lvl="4" rtl="0"/>
            <a:r>
              <a:rPr lang="ko"/>
              <a:t>다섯째 수준</a:t>
            </a:r>
            <a:endParaRPr dirty="0"/>
          </a:p>
        </p:txBody>
      </p:sp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7A79808F-B1FF-C536-B44F-59CEA545BFD5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6516689" y="2286000"/>
            <a:ext cx="4911725" cy="4267200"/>
          </a:xfrm>
        </p:spPr>
        <p:txBody>
          <a:bodyPr rtlCol="0">
            <a:normAutofit/>
          </a:bodyPr>
          <a:lstStyle>
            <a:lvl1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+mn-lt"/>
              </a:defRPr>
            </a:lvl1pPr>
            <a:lvl2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+mn-lt"/>
              </a:defRPr>
            </a:lvl2pPr>
            <a:lvl3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+mn-lt"/>
              </a:defRPr>
            </a:lvl3pPr>
            <a:lvl4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+mn-lt"/>
              </a:defRPr>
            </a:lvl4pPr>
            <a:lvl5pPr>
              <a:lnSpc>
                <a:spcPct val="110000"/>
              </a:lnSpc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+mn-lt"/>
              </a:defRPr>
            </a:lvl5pPr>
          </a:lstStyle>
          <a:p>
            <a:pPr lvl="0" rtl="0"/>
            <a:r>
              <a:rPr lang="ko"/>
              <a:t>마스터 텍스트 스타일을 편집하려면 클릭하세요.</a:t>
            </a:r>
          </a:p>
          <a:p>
            <a:pPr lvl="1" rtl="0"/>
            <a:r>
              <a:rPr lang="ko"/>
              <a:t>둘째 수준</a:t>
            </a:r>
          </a:p>
          <a:p>
            <a:pPr lvl="2" rtl="0"/>
            <a:r>
              <a:rPr lang="ko"/>
              <a:t>셋째 수준</a:t>
            </a:r>
          </a:p>
          <a:p>
            <a:pPr lvl="3" rtl="0"/>
            <a:r>
              <a:rPr lang="ko"/>
              <a:t>넷째 수준</a:t>
            </a:r>
          </a:p>
          <a:p>
            <a:pPr lvl="4" rtl="0"/>
            <a:r>
              <a:rPr lang="ko"/>
              <a:t>다섯째 수준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254294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gradFill>
          <a:gsLst>
            <a:gs pos="0">
              <a:schemeClr val="accent2">
                <a:lumMod val="110000"/>
                <a:satMod val="105000"/>
                <a:tint val="67000"/>
                <a:alpha val="0"/>
              </a:schemeClr>
            </a:gs>
            <a:gs pos="100000">
              <a:schemeClr val="bg2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자유형: 도형 8">
            <a:extLst>
              <a:ext uri="{FF2B5EF4-FFF2-40B4-BE49-F238E27FC236}">
                <a16:creationId xmlns:a16="http://schemas.microsoft.com/office/drawing/2014/main" id="{55FB068A-9EE1-FCD9-54F9-D1322A68868B}"/>
              </a:ext>
            </a:extLst>
          </p:cNvPr>
          <p:cNvSpPr/>
          <p:nvPr userDrawn="1"/>
        </p:nvSpPr>
        <p:spPr>
          <a:xfrm>
            <a:off x="2132012" y="0"/>
            <a:ext cx="7924800" cy="6858000"/>
          </a:xfrm>
          <a:custGeom>
            <a:avLst/>
            <a:gdLst>
              <a:gd name="connsiteX0" fmla="*/ 1982890 w 7924800"/>
              <a:gd name="connsiteY0" fmla="*/ 0 h 6858000"/>
              <a:gd name="connsiteX1" fmla="*/ 5941911 w 7924800"/>
              <a:gd name="connsiteY1" fmla="*/ 0 h 6858000"/>
              <a:gd name="connsiteX2" fmla="*/ 6177816 w 7924800"/>
              <a:gd name="connsiteY2" fmla="*/ 143316 h 6858000"/>
              <a:gd name="connsiteX3" fmla="*/ 7924800 w 7924800"/>
              <a:gd name="connsiteY3" fmla="*/ 3429000 h 6858000"/>
              <a:gd name="connsiteX4" fmla="*/ 6017049 w 7924800"/>
              <a:gd name="connsiteY4" fmla="*/ 6817750 h 6858000"/>
              <a:gd name="connsiteX5" fmla="*/ 5947047 w 7924800"/>
              <a:gd name="connsiteY5" fmla="*/ 6858000 h 6858000"/>
              <a:gd name="connsiteX6" fmla="*/ 1977753 w 7924800"/>
              <a:gd name="connsiteY6" fmla="*/ 6858000 h 6858000"/>
              <a:gd name="connsiteX7" fmla="*/ 1907752 w 7924800"/>
              <a:gd name="connsiteY7" fmla="*/ 6817750 h 6858000"/>
              <a:gd name="connsiteX8" fmla="*/ 0 w 7924800"/>
              <a:gd name="connsiteY8" fmla="*/ 3429000 h 6858000"/>
              <a:gd name="connsiteX9" fmla="*/ 1746985 w 7924800"/>
              <a:gd name="connsiteY9" fmla="*/ 14331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924800" h="6858000">
                <a:moveTo>
                  <a:pt x="1982890" y="0"/>
                </a:moveTo>
                <a:lnTo>
                  <a:pt x="5941911" y="0"/>
                </a:lnTo>
                <a:lnTo>
                  <a:pt x="6177816" y="143316"/>
                </a:lnTo>
                <a:cubicBezTo>
                  <a:pt x="7231821" y="855388"/>
                  <a:pt x="7924800" y="2061267"/>
                  <a:pt x="7924800" y="3429000"/>
                </a:cubicBezTo>
                <a:cubicBezTo>
                  <a:pt x="7924800" y="4865120"/>
                  <a:pt x="7160790" y="6122796"/>
                  <a:pt x="6017049" y="6817750"/>
                </a:cubicBezTo>
                <a:lnTo>
                  <a:pt x="5947047" y="6858000"/>
                </a:lnTo>
                <a:lnTo>
                  <a:pt x="1977753" y="6858000"/>
                </a:lnTo>
                <a:lnTo>
                  <a:pt x="1907752" y="6817750"/>
                </a:lnTo>
                <a:cubicBezTo>
                  <a:pt x="764010" y="6122796"/>
                  <a:pt x="0" y="4865120"/>
                  <a:pt x="0" y="3429000"/>
                </a:cubicBezTo>
                <a:cubicBezTo>
                  <a:pt x="0" y="2061267"/>
                  <a:pt x="692980" y="855388"/>
                  <a:pt x="1746985" y="143316"/>
                </a:cubicBezTo>
                <a:close/>
              </a:path>
            </a:pathLst>
          </a:cu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 dirty="0"/>
          </a:p>
        </p:txBody>
      </p:sp>
      <p:sp>
        <p:nvSpPr>
          <p:cNvPr id="8" name="왼쪽 중괄호 7">
            <a:extLst>
              <a:ext uri="{FF2B5EF4-FFF2-40B4-BE49-F238E27FC236}">
                <a16:creationId xmlns:a16="http://schemas.microsoft.com/office/drawing/2014/main" id="{6A409372-199C-2F3B-65CD-ADC2E45B43B7}"/>
              </a:ext>
            </a:extLst>
          </p:cNvPr>
          <p:cNvSpPr/>
          <p:nvPr userDrawn="1"/>
        </p:nvSpPr>
        <p:spPr>
          <a:xfrm>
            <a:off x="5561012" y="2022021"/>
            <a:ext cx="838200" cy="2813960"/>
          </a:xfrm>
          <a:prstGeom prst="leftBrace">
            <a:avLst>
              <a:gd name="adj1" fmla="val 34932"/>
              <a:gd name="adj2" fmla="val 50000"/>
            </a:avLst>
          </a:prstGeom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C47599E9-7877-89FF-8C57-FEF4C3C864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1812" y="495300"/>
            <a:ext cx="4572000" cy="5867400"/>
          </a:xfrm>
        </p:spPr>
        <p:txBody>
          <a:bodyPr rtlCol="0" anchor="ctr">
            <a:normAutofit/>
          </a:bodyPr>
          <a:lstStyle>
            <a:lvl1pPr marL="0" indent="0" algn="r">
              <a:lnSpc>
                <a:spcPct val="110000"/>
              </a:lnSpc>
              <a:defRPr sz="4800"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rtl="0"/>
            <a:r>
              <a:rPr lang="ko"/>
              <a:t>마스터 제목 스타일 편집</a:t>
            </a:r>
            <a:endParaRPr dirty="0"/>
          </a:p>
        </p:txBody>
      </p:sp>
      <p:sp>
        <p:nvSpPr>
          <p:cNvPr id="4" name="텍스트 개체 틀 10">
            <a:extLst>
              <a:ext uri="{FF2B5EF4-FFF2-40B4-BE49-F238E27FC236}">
                <a16:creationId xmlns:a16="http://schemas.microsoft.com/office/drawing/2014/main" id="{22A2F27B-8DDF-057C-B969-50B4B8C3D2A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768305" y="2247900"/>
            <a:ext cx="4443413" cy="2400300"/>
          </a:xfrm>
        </p:spPr>
        <p:txBody>
          <a:bodyPr rtlCol="0" anchor="ctr">
            <a:normAutofit/>
          </a:bodyPr>
          <a:lstStyle>
            <a:lvl1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+mn-cs"/>
              </a:defRPr>
            </a:lvl1pPr>
            <a:lvl2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+mn-cs"/>
              </a:defRPr>
            </a:lvl2pPr>
            <a:lvl3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+mn-cs"/>
              </a:defRPr>
            </a:lvl3pPr>
            <a:lvl4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+mn-cs"/>
              </a:defRPr>
            </a:lvl4pPr>
            <a:lvl5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2000" kern="1200" spc="30" dirty="0">
                <a:solidFill>
                  <a:schemeClr val="tx1">
                    <a:lumMod val="85000"/>
                    <a:lumOff val="1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+mn-cs"/>
              </a:defRPr>
            </a:lvl5pPr>
          </a:lstStyle>
          <a:p>
            <a:pPr lvl="0" rtl="0"/>
            <a:r>
              <a:rPr lang="ko"/>
              <a:t>마스터 텍스트 스타일을 편집하려면 클릭하세요.</a:t>
            </a:r>
          </a:p>
          <a:p>
            <a:pPr lvl="1" rtl="0"/>
            <a:r>
              <a:rPr lang="ko"/>
              <a:t>둘째 수준</a:t>
            </a:r>
          </a:p>
          <a:p>
            <a:pPr lvl="2" rtl="0"/>
            <a:r>
              <a:rPr lang="ko"/>
              <a:t>셋째 수준</a:t>
            </a:r>
          </a:p>
          <a:p>
            <a:pPr lvl="3" rtl="0"/>
            <a:r>
              <a:rPr lang="ko"/>
              <a:t>넷째 수준</a:t>
            </a:r>
          </a:p>
          <a:p>
            <a:pPr lvl="4" rtl="0"/>
            <a:r>
              <a:rPr lang="ko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3533672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 bwMode="auto">
          <a:xfrm>
            <a:off x="1065212" y="533400"/>
            <a:ext cx="8686801" cy="1066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ko"/>
              <a:t>마스터 제목 스타일 편집</a:t>
            </a:r>
            <a:endParaRPr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065212" y="1828800"/>
            <a:ext cx="8686801" cy="4191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ko"/>
              <a:t>마스터 텍스트 스타일을 편집하려면 클릭하세요.</a:t>
            </a:r>
          </a:p>
          <a:p>
            <a:pPr lvl="1" rtl="0"/>
            <a:r>
              <a:rPr lang="ko"/>
              <a:t>둘째 수준</a:t>
            </a:r>
          </a:p>
          <a:p>
            <a:pPr lvl="2" rtl="0"/>
            <a:r>
              <a:rPr lang="ko"/>
              <a:t>셋째 수준</a:t>
            </a:r>
          </a:p>
          <a:p>
            <a:pPr lvl="3" rtl="0"/>
            <a:r>
              <a:rPr lang="ko"/>
              <a:t>넷째 수준</a:t>
            </a:r>
          </a:p>
          <a:p>
            <a:pPr lvl="4" rtl="0"/>
            <a:r>
              <a:rPr lang="ko"/>
              <a:t>다섯째 수준</a:t>
            </a:r>
            <a:endParaRPr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1065213" y="6155267"/>
            <a:ext cx="5653087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932612" y="6155267"/>
            <a:ext cx="1371600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532812" y="6155267"/>
            <a:ext cx="1219201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pPr rtl="0"/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7670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2" r:id="rId2"/>
    <p:sldLayoutId id="2147483695" r:id="rId3"/>
    <p:sldLayoutId id="2147483685" r:id="rId4"/>
    <p:sldLayoutId id="2147483662" r:id="rId5"/>
    <p:sldLayoutId id="2147483682" r:id="rId6"/>
    <p:sldLayoutId id="2147483696" r:id="rId7"/>
    <p:sldLayoutId id="2147483693" r:id="rId8"/>
    <p:sldLayoutId id="2147483692" r:id="rId9"/>
    <p:sldLayoutId id="2147483676" r:id="rId10"/>
    <p:sldLayoutId id="2147483665" r:id="rId11"/>
    <p:sldLayoutId id="2147483688" r:id="rId12"/>
    <p:sldLayoutId id="2147483686" r:id="rId13"/>
  </p:sldLayoutIdLst>
  <p:hf hdr="0" ftr="0" dt="0"/>
  <p:txStyles>
    <p:titleStyle>
      <a:lvl1pPr algn="l" defTabSz="914400" rtl="0" eaLnBrk="1" latinLnBrk="1" hangingPunct="1">
        <a:lnSpc>
          <a:spcPct val="80000"/>
        </a:lnSpc>
        <a:spcBef>
          <a:spcPct val="0"/>
        </a:spcBef>
        <a:buNone/>
        <a:defRPr sz="3600" b="1" kern="1200">
          <a:solidFill>
            <a:schemeClr val="tx1">
              <a:lumMod val="85000"/>
              <a:lumOff val="15000"/>
            </a:schemeClr>
          </a:solidFill>
          <a:latin typeface="Malgun Gothic" panose="020B0503020000020004" pitchFamily="34" charset="-127"/>
          <a:ea typeface="Malgun Gothic" panose="020B0503020000020004" pitchFamily="34" charset="-127"/>
          <a:cs typeface="+mj-cs"/>
        </a:defRPr>
      </a:lvl1pPr>
    </p:titleStyle>
    <p:bodyStyle>
      <a:lvl1pPr marL="274320" indent="-228600" algn="l" defTabSz="914400" rtl="0" eaLnBrk="1" latinLnBrk="1" hangingPunct="1">
        <a:lnSpc>
          <a:spcPct val="90000"/>
        </a:lnSpc>
        <a:spcBef>
          <a:spcPts val="18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2000" kern="1200">
          <a:solidFill>
            <a:schemeClr val="tx1">
              <a:lumMod val="85000"/>
              <a:lumOff val="15000"/>
            </a:schemeClr>
          </a:solidFill>
          <a:latin typeface="Malgun Gothic" panose="020B0503020000020004" pitchFamily="34" charset="-127"/>
          <a:ea typeface="Malgun Gothic" panose="020B0503020000020004" pitchFamily="34" charset="-127"/>
          <a:cs typeface="+mn-cs"/>
        </a:defRPr>
      </a:lvl1pPr>
      <a:lvl2pPr marL="594360" indent="-228600" algn="l" defTabSz="914400" rtl="0" eaLnBrk="1" latinLnBrk="1" hangingPunct="1">
        <a:lnSpc>
          <a:spcPct val="90000"/>
        </a:lnSpc>
        <a:spcBef>
          <a:spcPts val="10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Malgun Gothic" panose="020B0503020000020004" pitchFamily="34" charset="-127"/>
          <a:ea typeface="Malgun Gothic" panose="020B0503020000020004" pitchFamily="34" charset="-127"/>
          <a:cs typeface="+mn-cs"/>
        </a:defRPr>
      </a:lvl2pPr>
      <a:lvl3pPr marL="777240" indent="-182880" algn="l" defTabSz="914400" rtl="0" eaLnBrk="1" latinLnBrk="1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Malgun Gothic" panose="020B0503020000020004" pitchFamily="34" charset="-127"/>
          <a:ea typeface="Malgun Gothic" panose="020B0503020000020004" pitchFamily="34" charset="-127"/>
          <a:cs typeface="+mn-cs"/>
        </a:defRPr>
      </a:lvl3pPr>
      <a:lvl4pPr marL="960120" indent="-182880" algn="l" defTabSz="914400" rtl="0" eaLnBrk="1" latinLnBrk="1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1400" kern="1200">
          <a:solidFill>
            <a:schemeClr val="tx1">
              <a:lumMod val="85000"/>
              <a:lumOff val="15000"/>
            </a:schemeClr>
          </a:solidFill>
          <a:latin typeface="Malgun Gothic" panose="020B0503020000020004" pitchFamily="34" charset="-127"/>
          <a:ea typeface="Malgun Gothic" panose="020B0503020000020004" pitchFamily="34" charset="-127"/>
          <a:cs typeface="+mn-cs"/>
        </a:defRPr>
      </a:lvl4pPr>
      <a:lvl5pPr marL="1097280" indent="-137160" algn="l" defTabSz="914400" rtl="0" eaLnBrk="1" latinLnBrk="1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1400" kern="1200">
          <a:solidFill>
            <a:schemeClr val="tx1">
              <a:lumMod val="85000"/>
              <a:lumOff val="15000"/>
            </a:schemeClr>
          </a:solidFill>
          <a:latin typeface="Malgun Gothic" panose="020B0503020000020004" pitchFamily="34" charset="-127"/>
          <a:ea typeface="Malgun Gothic" panose="020B0503020000020004" pitchFamily="34" charset="-127"/>
          <a:cs typeface="+mn-cs"/>
        </a:defRPr>
      </a:lvl5pPr>
      <a:lvl6pPr marL="1234440" indent="-137160" algn="l" defTabSz="914400" rtl="0" eaLnBrk="1" latinLnBrk="1" hangingPunct="1">
        <a:spcBef>
          <a:spcPts val="600"/>
        </a:spcBef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1371600" indent="-137160" algn="l" defTabSz="914400" rtl="0" eaLnBrk="1" latinLnBrk="1" hangingPunct="1">
        <a:spcBef>
          <a:spcPts val="600"/>
        </a:spcBef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1508760" indent="-137160" algn="l" defTabSz="914400" rtl="0" eaLnBrk="1" latinLnBrk="1" hangingPunct="1">
        <a:spcBef>
          <a:spcPts val="600"/>
        </a:spcBef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1645920" indent="-137160" algn="l" defTabSz="914400" rtl="0" eaLnBrk="1" latinLnBrk="1" hangingPunct="1">
        <a:spcBef>
          <a:spcPts val="600"/>
        </a:spcBef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2">
                <a:lumMod val="110000"/>
                <a:satMod val="105000"/>
                <a:tint val="67000"/>
                <a:alpha val="0"/>
              </a:schemeClr>
            </a:gs>
            <a:gs pos="100000">
              <a:schemeClr val="bg2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684212" y="1295400"/>
            <a:ext cx="10287000" cy="3886200"/>
          </a:xfrm>
        </p:spPr>
        <p:txBody>
          <a:bodyPr rtlCol="0" anchor="b">
            <a:normAutofit/>
          </a:bodyPr>
          <a:lstStyle/>
          <a:p>
            <a:pPr rtl="0"/>
            <a:r>
              <a:rPr lang="en-US" altLang="ko" dirty="0"/>
              <a:t>Time table</a:t>
            </a:r>
            <a:endParaRPr lang="ko" dirty="0"/>
          </a:p>
        </p:txBody>
      </p:sp>
      <p:sp>
        <p:nvSpPr>
          <p:cNvPr id="3" name="내용 개체 틀 2"/>
          <p:cNvSpPr>
            <a:spLocks noGrp="1"/>
          </p:cNvSpPr>
          <p:nvPr>
            <p:ph type="body" sz="quarter" idx="10"/>
          </p:nvPr>
        </p:nvSpPr>
        <p:spPr>
          <a:xfrm>
            <a:off x="684212" y="5600700"/>
            <a:ext cx="10287000" cy="533400"/>
          </a:xfrm>
        </p:spPr>
        <p:txBody>
          <a:bodyPr rtlCol="0">
            <a:normAutofit/>
          </a:bodyPr>
          <a:lstStyle/>
          <a:p>
            <a:pPr rtl="0"/>
            <a:r>
              <a:rPr lang="en-US" altLang="ko-KR" dirty="0"/>
              <a:t>AI </a:t>
            </a:r>
            <a:r>
              <a:rPr lang="ko-KR" altLang="en-US" dirty="0"/>
              <a:t>기반 주간 일정 조율 서비스</a:t>
            </a:r>
            <a:endParaRPr lang="ko" dirty="0"/>
          </a:p>
        </p:txBody>
      </p:sp>
    </p:spTree>
    <p:extLst>
      <p:ext uri="{BB962C8B-B14F-4D97-AF65-F5344CB8AC3E}">
        <p14:creationId xmlns:p14="http://schemas.microsoft.com/office/powerpoint/2010/main" val="36581281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rtlCol="0" anchor="t">
            <a:normAutofit/>
          </a:bodyPr>
          <a:lstStyle/>
          <a:p>
            <a:pPr rtl="0"/>
            <a:r>
              <a:rPr lang="ko-KR" altLang="en-US" dirty="0"/>
              <a:t>문제 정의</a:t>
            </a:r>
            <a:endParaRPr lang="ko" dirty="0"/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7B95A416-05FC-CE36-FB78-577BDA375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 rtlCol="0" anchor="ctr">
            <a:normAutofit/>
          </a:bodyPr>
          <a:lstStyle/>
          <a:p>
            <a:pPr rtl="0">
              <a:lnSpc>
                <a:spcPct val="90000"/>
              </a:lnSpc>
              <a:spcAft>
                <a:spcPts val="600"/>
              </a:spcAft>
            </a:pPr>
            <a:r>
              <a:rPr lang="en-US" sz="2000"/>
              <a:t>1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3"/>
          </p:nvPr>
        </p:nvSpPr>
        <p:spPr>
          <a:xfrm>
            <a:off x="1293812" y="2286000"/>
            <a:ext cx="4911725" cy="4267200"/>
          </a:xfrm>
        </p:spPr>
        <p:txBody>
          <a:bodyPr vert="horz" lIns="91440" tIns="45720" rIns="91440" bIns="45720" rtlCol="0">
            <a:normAutofit/>
          </a:bodyPr>
          <a:lstStyle/>
          <a:p>
            <a:pPr rtl="0"/>
            <a:r>
              <a:rPr lang="ko-KR" altLang="en-US" dirty="0"/>
              <a:t>단순히 일정을 짜는 것은 어렵지 않습니다</a:t>
            </a:r>
            <a:r>
              <a:rPr lang="en-US" altLang="ko-KR" dirty="0"/>
              <a:t>.</a:t>
            </a:r>
          </a:p>
          <a:p>
            <a:pPr rtl="0"/>
            <a:r>
              <a:rPr lang="ko-KR" altLang="en-US" dirty="0"/>
              <a:t>누구나 계획을 세울 수 있습니다</a:t>
            </a:r>
            <a:r>
              <a:rPr lang="en-US" altLang="ko-KR" dirty="0"/>
              <a:t>.</a:t>
            </a:r>
          </a:p>
          <a:p>
            <a:pPr rtl="0"/>
            <a:r>
              <a:rPr lang="ko-KR" altLang="en-US" dirty="0"/>
              <a:t>하지만 일정이 취소되고</a:t>
            </a:r>
            <a:r>
              <a:rPr lang="en-US" altLang="ko-KR" dirty="0"/>
              <a:t>, </a:t>
            </a:r>
            <a:r>
              <a:rPr lang="ko-KR" altLang="en-US" dirty="0"/>
              <a:t>밀리고</a:t>
            </a:r>
            <a:r>
              <a:rPr lang="en-US" altLang="ko-KR" dirty="0"/>
              <a:t>, </a:t>
            </a:r>
            <a:r>
              <a:rPr lang="ko-KR" altLang="en-US" dirty="0"/>
              <a:t>추가된다면</a:t>
            </a:r>
            <a:r>
              <a:rPr lang="en-US" altLang="ko-KR" dirty="0"/>
              <a:t>?</a:t>
            </a:r>
          </a:p>
          <a:p>
            <a:pPr rtl="0"/>
            <a:r>
              <a:rPr lang="ko-KR" altLang="en-US" dirty="0"/>
              <a:t>전체 일정을 계속해서 다시 짜야 합니다</a:t>
            </a:r>
            <a:r>
              <a:rPr lang="en-US" altLang="ko-KR" dirty="0"/>
              <a:t>.</a:t>
            </a:r>
          </a:p>
          <a:p>
            <a:pPr rtl="0"/>
            <a:endParaRPr lang="en-US" altLang="ko-KR" dirty="0"/>
          </a:p>
          <a:p>
            <a:pPr rtl="0"/>
            <a:r>
              <a:rPr lang="ko-KR" altLang="en-US" dirty="0"/>
              <a:t>일정 관리에 너무 많은 노력이 소모됩니다</a:t>
            </a:r>
            <a:r>
              <a:rPr lang="en-US" altLang="ko-KR" dirty="0"/>
              <a:t>.</a:t>
            </a:r>
          </a:p>
        </p:txBody>
      </p:sp>
      <p:pic>
        <p:nvPicPr>
          <p:cNvPr id="1026" name="Picture 2" descr="일일 플래너 - 무료 개 아이콘">
            <a:extLst>
              <a:ext uri="{FF2B5EF4-FFF2-40B4-BE49-F238E27FC236}">
                <a16:creationId xmlns:a16="http://schemas.microsoft.com/office/drawing/2014/main" id="{D9EE839C-E69B-5715-D938-5ACFB411B5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838951" y="2286000"/>
            <a:ext cx="4267200" cy="4267200"/>
          </a:xfrm>
          <a:prstGeom prst="rect">
            <a:avLst/>
          </a:prstGeom>
          <a:solidFill>
            <a:srgbClr val="FFFFFF"/>
          </a:solidFill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73106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rtlCol="0" anchor="t">
            <a:normAutofit/>
          </a:bodyPr>
          <a:lstStyle/>
          <a:p>
            <a:pPr rtl="0"/>
            <a:r>
              <a:rPr lang="ko-KR" altLang="en-US" dirty="0"/>
              <a:t>목표 정의</a:t>
            </a:r>
            <a:endParaRPr lang="ko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621D1C7-0250-310E-600C-FA985A7F7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 rtlCol="0" anchor="ctr">
            <a:normAutofit/>
          </a:bodyPr>
          <a:lstStyle/>
          <a:p>
            <a:pPr rtl="0">
              <a:lnSpc>
                <a:spcPct val="90000"/>
              </a:lnSpc>
              <a:spcAft>
                <a:spcPts val="600"/>
              </a:spcAft>
            </a:pPr>
            <a:r>
              <a:rPr lang="en-US" sz="2000"/>
              <a:t>2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311274" y="2286000"/>
            <a:ext cx="5215186" cy="396240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altLang="ko-KR" dirty="0"/>
              <a:t>“</a:t>
            </a:r>
            <a:r>
              <a:rPr lang="ko-KR" altLang="en-US" dirty="0"/>
              <a:t>일정 변경</a:t>
            </a:r>
            <a:r>
              <a:rPr lang="en-US" altLang="ko-KR" dirty="0"/>
              <a:t>, </a:t>
            </a:r>
            <a:r>
              <a:rPr lang="ko-KR" altLang="en-US" dirty="0"/>
              <a:t>미루기</a:t>
            </a:r>
            <a:r>
              <a:rPr lang="en-US" altLang="ko-KR" dirty="0"/>
              <a:t>, </a:t>
            </a:r>
            <a:r>
              <a:rPr lang="ko-KR" altLang="en-US" dirty="0"/>
              <a:t>재계획이 필요할 때</a:t>
            </a:r>
            <a:r>
              <a:rPr lang="en-US" altLang="ko-KR" dirty="0"/>
              <a:t>,</a:t>
            </a:r>
          </a:p>
          <a:p>
            <a:r>
              <a:rPr lang="ko-KR" altLang="en-US" dirty="0"/>
              <a:t>자연스럽게 맥락을 파악하여 조율하고 제안하는</a:t>
            </a:r>
            <a:endParaRPr lang="en-US" altLang="ko-KR" dirty="0"/>
          </a:p>
          <a:p>
            <a:r>
              <a:rPr lang="ko-KR" altLang="en-US" dirty="0"/>
              <a:t>일정 관리 </a:t>
            </a:r>
            <a:r>
              <a:rPr lang="en-US" altLang="ko-KR" dirty="0"/>
              <a:t>AI</a:t>
            </a:r>
            <a:r>
              <a:rPr lang="ko-KR" altLang="en-US" dirty="0"/>
              <a:t> 서비스</a:t>
            </a:r>
            <a:r>
              <a:rPr lang="en-US" altLang="ko-KR" dirty="0"/>
              <a:t>”</a:t>
            </a:r>
          </a:p>
          <a:p>
            <a:endParaRPr lang="en-US" altLang="ko-KR" dirty="0"/>
          </a:p>
        </p:txBody>
      </p:sp>
      <p:pic>
        <p:nvPicPr>
          <p:cNvPr id="21" name="그림 개체 틀 20" descr="컴퓨터 모니터의 차트">
            <a:extLst>
              <a:ext uri="{FF2B5EF4-FFF2-40B4-BE49-F238E27FC236}">
                <a16:creationId xmlns:a16="http://schemas.microsoft.com/office/drawing/2014/main" id="{E453EF88-26E8-95DB-8E27-6A42911C63F6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" r="5" b="5"/>
          <a:stretch>
            <a:fillRect/>
          </a:stretch>
        </p:blipFill>
        <p:spPr>
          <a:xfrm>
            <a:off x="7045945" y="2057400"/>
            <a:ext cx="4343400" cy="2688336"/>
          </a:xfrm>
          <a:noFill/>
        </p:spPr>
      </p:pic>
    </p:spTree>
    <p:extLst>
      <p:ext uri="{BB962C8B-B14F-4D97-AF65-F5344CB8AC3E}">
        <p14:creationId xmlns:p14="http://schemas.microsoft.com/office/powerpoint/2010/main" val="33881398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ADFD532B-8324-861F-ED93-92EB8E7DD4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rtlCol="0" anchor="t">
            <a:normAutofit/>
          </a:bodyPr>
          <a:lstStyle/>
          <a:p>
            <a:pPr rtl="0"/>
            <a:r>
              <a:rPr lang="ko-KR" altLang="en-US" dirty="0"/>
              <a:t>구현 계획</a:t>
            </a:r>
            <a:endParaRPr lang="ko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0FC024B-18D5-7DDB-7B99-DD2F09CAE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 rtlCol="0" anchor="ctr">
            <a:normAutofit/>
          </a:bodyPr>
          <a:lstStyle/>
          <a:p>
            <a:pPr rtl="0">
              <a:lnSpc>
                <a:spcPct val="90000"/>
              </a:lnSpc>
              <a:spcAft>
                <a:spcPts val="600"/>
              </a:spcAft>
            </a:pPr>
            <a:r>
              <a:rPr lang="en-US" sz="2000"/>
              <a:t>3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4017B39-8948-407E-1D29-B290C2F201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3892" y="1333500"/>
            <a:ext cx="4572000" cy="4267200"/>
          </a:xfrm>
        </p:spPr>
        <p:txBody>
          <a:bodyPr rtlCol="0">
            <a:normAutofit fontScale="85000" lnSpcReduction="10000"/>
          </a:bodyPr>
          <a:lstStyle/>
          <a:p>
            <a:pPr marL="45720" indent="0" rtl="0">
              <a:buNone/>
            </a:pPr>
            <a:r>
              <a:rPr lang="en-US" altLang="ko-KR" dirty="0"/>
              <a:t>Step</a:t>
            </a:r>
            <a:r>
              <a:rPr lang="ko-KR" altLang="en-US" dirty="0"/>
              <a:t> </a:t>
            </a:r>
            <a:r>
              <a:rPr lang="en-US" altLang="ko-KR" dirty="0"/>
              <a:t>1</a:t>
            </a:r>
          </a:p>
          <a:p>
            <a:pPr rtl="0"/>
            <a:r>
              <a:rPr lang="ko-KR" altLang="en-US" dirty="0"/>
              <a:t>주간 </a:t>
            </a:r>
            <a:r>
              <a:rPr lang="ko-KR" altLang="en-US" dirty="0" err="1"/>
              <a:t>플래너와</a:t>
            </a:r>
            <a:r>
              <a:rPr lang="ko-KR" altLang="en-US" dirty="0"/>
              <a:t> 집중 모드 화면 구성</a:t>
            </a:r>
            <a:endParaRPr lang="en-US" altLang="ko-KR" dirty="0"/>
          </a:p>
          <a:p>
            <a:pPr rtl="0"/>
            <a:r>
              <a:rPr lang="ko-KR" altLang="en-US" dirty="0"/>
              <a:t>기본적인 </a:t>
            </a:r>
            <a:r>
              <a:rPr lang="ko-KR" altLang="en-US" dirty="0" err="1"/>
              <a:t>플래너</a:t>
            </a:r>
            <a:r>
              <a:rPr lang="ko-KR" altLang="en-US" dirty="0"/>
              <a:t> 서비스 우선 구현</a:t>
            </a:r>
            <a:endParaRPr lang="en-US" altLang="ko-KR" dirty="0"/>
          </a:p>
          <a:p>
            <a:pPr marL="45720" indent="0" rtl="0">
              <a:buNone/>
            </a:pPr>
            <a:r>
              <a:rPr lang="en-US" altLang="ko" dirty="0"/>
              <a:t>Step 2</a:t>
            </a:r>
          </a:p>
          <a:p>
            <a:r>
              <a:rPr lang="en-US" altLang="ko-KR" dirty="0"/>
              <a:t>AI</a:t>
            </a:r>
            <a:r>
              <a:rPr lang="ko-KR" altLang="en-US" dirty="0"/>
              <a:t>가 각</a:t>
            </a:r>
            <a:r>
              <a:rPr lang="en-US" altLang="ko" dirty="0"/>
              <a:t> </a:t>
            </a:r>
            <a:r>
              <a:rPr lang="ko-KR" altLang="en-US" dirty="0"/>
              <a:t>기능들을 호출할 수 있도록 인터페이스 구현</a:t>
            </a:r>
            <a:endParaRPr lang="en-US" altLang="ko-KR" dirty="0"/>
          </a:p>
          <a:p>
            <a:r>
              <a:rPr lang="ko-KR" altLang="en-US" dirty="0"/>
              <a:t>주간 일정 설계</a:t>
            </a:r>
            <a:r>
              <a:rPr lang="en-US" altLang="ko-KR" dirty="0"/>
              <a:t>, </a:t>
            </a:r>
            <a:r>
              <a:rPr lang="ko-KR" altLang="en-US" dirty="0"/>
              <a:t>조율을 위한 </a:t>
            </a:r>
            <a:r>
              <a:rPr lang="en-US" altLang="ko-KR" dirty="0"/>
              <a:t>AI </a:t>
            </a:r>
            <a:r>
              <a:rPr lang="ko-KR" altLang="en-US" dirty="0"/>
              <a:t>에이전트 설계</a:t>
            </a:r>
            <a:endParaRPr lang="en-US" altLang="ko-KR" dirty="0"/>
          </a:p>
          <a:p>
            <a:r>
              <a:rPr lang="en-US" altLang="ko" dirty="0"/>
              <a:t>Step 3</a:t>
            </a:r>
          </a:p>
          <a:p>
            <a:r>
              <a:rPr lang="ko-KR" altLang="en-US" dirty="0"/>
              <a:t>구글</a:t>
            </a:r>
            <a:r>
              <a:rPr lang="en-US" altLang="ko" dirty="0"/>
              <a:t> </a:t>
            </a:r>
            <a:r>
              <a:rPr lang="en-US" altLang="ko" dirty="0" err="1"/>
              <a:t>Oauth</a:t>
            </a:r>
            <a:r>
              <a:rPr lang="en-US" altLang="ko" dirty="0"/>
              <a:t> </a:t>
            </a:r>
            <a:r>
              <a:rPr lang="ko-KR" altLang="en-US" dirty="0"/>
              <a:t>연동</a:t>
            </a:r>
            <a:r>
              <a:rPr lang="en-US" altLang="ko-KR" dirty="0"/>
              <a:t>, </a:t>
            </a:r>
            <a:r>
              <a:rPr lang="ko-KR" altLang="en-US" dirty="0" err="1"/>
              <a:t>온보딩</a:t>
            </a:r>
            <a:r>
              <a:rPr lang="ko-KR" altLang="en-US" dirty="0"/>
              <a:t> 페이지 구현</a:t>
            </a:r>
            <a:endParaRPr lang="en-US" altLang="ko-KR" dirty="0"/>
          </a:p>
          <a:p>
            <a:r>
              <a:rPr lang="en-US" altLang="ko" dirty="0"/>
              <a:t>E2E </a:t>
            </a:r>
            <a:r>
              <a:rPr lang="ko-KR" altLang="en-US" dirty="0"/>
              <a:t>테스트 및 배포</a:t>
            </a:r>
            <a:endParaRPr lang="en-US" altLang="ko" dirty="0"/>
          </a:p>
        </p:txBody>
      </p:sp>
    </p:spTree>
    <p:extLst>
      <p:ext uri="{BB962C8B-B14F-4D97-AF65-F5344CB8AC3E}">
        <p14:creationId xmlns:p14="http://schemas.microsoft.com/office/powerpoint/2010/main" val="5168954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0801DE-656F-53E6-C0CE-11DB1D943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4125C9EE-44D3-8AD7-6943-9FF7841BD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rtlCol="0" anchor="t">
            <a:normAutofit/>
          </a:bodyPr>
          <a:lstStyle/>
          <a:p>
            <a:pPr rtl="0"/>
            <a:r>
              <a:rPr lang="ko-KR" altLang="en-US" dirty="0"/>
              <a:t>구현 완료</a:t>
            </a:r>
            <a:endParaRPr lang="ko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5A43C43-A9F9-8871-5FED-ADE6D0FCF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 rtlCol="0" anchor="ctr">
            <a:normAutofit/>
          </a:bodyPr>
          <a:lstStyle/>
          <a:p>
            <a:pPr rtl="0">
              <a:lnSpc>
                <a:spcPct val="90000"/>
              </a:lnSpc>
              <a:spcAft>
                <a:spcPts val="600"/>
              </a:spcAft>
            </a:pPr>
            <a:r>
              <a:rPr lang="en-US" sz="2000" dirty="0"/>
              <a:t>4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4169080-DAE2-868D-9073-61887443252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2111" y="116632"/>
            <a:ext cx="5150050" cy="3218781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E27ABF98-C339-1E80-51AC-C45DE82B3AC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6476" y="3429000"/>
            <a:ext cx="5150050" cy="3218781"/>
          </a:xfrm>
          <a:prstGeom prst="rect">
            <a:avLst/>
          </a:prstGeom>
        </p:spPr>
      </p:pic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F63AB834-FBA2-A788-23E1-DC9418776C33}"/>
              </a:ext>
            </a:extLst>
          </p:cNvPr>
          <p:cNvSpPr txBox="1">
            <a:spLocks/>
          </p:cNvSpPr>
          <p:nvPr/>
        </p:nvSpPr>
        <p:spPr>
          <a:xfrm>
            <a:off x="1293812" y="2438400"/>
            <a:ext cx="4911725" cy="4114799"/>
          </a:xfrm>
          <a:prstGeom prst="rect">
            <a:avLst/>
          </a:prstGeom>
        </p:spPr>
        <p:txBody>
          <a:bodyPr rtlCol="0">
            <a:normAutofit/>
          </a:bodyPr>
          <a:lstStyle>
            <a:lvl1pPr marL="274320" indent="-228600" algn="l" defTabSz="914400" rtl="0" eaLnBrk="1" latinLnBrk="1" hangingPunct="1">
              <a:lnSpc>
                <a:spcPct val="9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+mn-cs"/>
              </a:defRPr>
            </a:lvl1pPr>
            <a:lvl2pPr marL="59436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+mn-cs"/>
              </a:defRPr>
            </a:lvl2pPr>
            <a:lvl3pPr marL="777240" indent="-182880" algn="l" defTabSz="914400" rtl="0" eaLnBrk="1" latinLnBrk="1" hangingPunct="1">
              <a:lnSpc>
                <a:spcPct val="90000"/>
              </a:lnSpc>
              <a:spcBef>
                <a:spcPts val="6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+mn-cs"/>
              </a:defRPr>
            </a:lvl3pPr>
            <a:lvl4pPr marL="960120" indent="-182880" algn="l" defTabSz="914400" rtl="0" eaLnBrk="1" latinLnBrk="1" hangingPunct="1">
              <a:lnSpc>
                <a:spcPct val="90000"/>
              </a:lnSpc>
              <a:spcBef>
                <a:spcPts val="6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Char char="•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+mn-cs"/>
              </a:defRPr>
            </a:lvl4pPr>
            <a:lvl5pPr marL="1097280" indent="-137160" algn="l" defTabSz="914400" rtl="0" eaLnBrk="1" latinLnBrk="1" hangingPunct="1">
              <a:lnSpc>
                <a:spcPct val="90000"/>
              </a:lnSpc>
              <a:spcBef>
                <a:spcPts val="6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Char char="•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+mn-cs"/>
              </a:defRPr>
            </a:lvl5pPr>
            <a:lvl6pPr marL="1234440" indent="-137160" algn="l" defTabSz="914400" rtl="0" eaLnBrk="1" latinLnBrk="1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71600" indent="-137160" algn="l" defTabSz="914400" rtl="0" eaLnBrk="1" latinLnBrk="1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8760" indent="-137160" algn="l" defTabSz="914400" rtl="0" eaLnBrk="1" latinLnBrk="1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45920" indent="-137160" algn="l" defTabSz="914400" rtl="0" eaLnBrk="1" latinLnBrk="1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>
              <a:buNone/>
            </a:pPr>
            <a:r>
              <a:rPr lang="en-US" altLang="ko-KR" dirty="0"/>
              <a:t>Step</a:t>
            </a:r>
            <a:r>
              <a:rPr lang="ko-KR" altLang="en-US" dirty="0"/>
              <a:t> </a:t>
            </a:r>
            <a:r>
              <a:rPr lang="en-US" altLang="ko-KR" dirty="0"/>
              <a:t>1 </a:t>
            </a:r>
            <a:r>
              <a:rPr lang="ko-KR" altLang="en-US" dirty="0"/>
              <a:t>완료</a:t>
            </a:r>
            <a:endParaRPr lang="en-US" altLang="ko-KR" dirty="0"/>
          </a:p>
          <a:p>
            <a:r>
              <a:rPr lang="ko-KR" altLang="en-US" dirty="0"/>
              <a:t>주간 </a:t>
            </a:r>
            <a:r>
              <a:rPr lang="ko-KR" altLang="en-US" dirty="0" err="1"/>
              <a:t>플래너와</a:t>
            </a:r>
            <a:r>
              <a:rPr lang="ko-KR" altLang="en-US" dirty="0"/>
              <a:t> 집중 모드 화면 구성</a:t>
            </a:r>
            <a:endParaRPr lang="en-US" altLang="ko-KR" dirty="0"/>
          </a:p>
          <a:p>
            <a:r>
              <a:rPr lang="ko-KR" altLang="en-US" dirty="0"/>
              <a:t>기본적인 </a:t>
            </a:r>
            <a:r>
              <a:rPr lang="ko-KR" altLang="en-US" dirty="0" err="1"/>
              <a:t>플래너</a:t>
            </a:r>
            <a:r>
              <a:rPr lang="ko-KR" altLang="en-US" dirty="0"/>
              <a:t> 서비스 우선 구현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306073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B818AF-0829-68D0-193E-A1BB10507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35380E17-5B7E-CCFE-A9F2-6AA868FA25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rtlCol="0" anchor="t">
            <a:normAutofit/>
          </a:bodyPr>
          <a:lstStyle/>
          <a:p>
            <a:pPr rtl="0"/>
            <a:r>
              <a:rPr lang="ko-KR" altLang="en-US" dirty="0"/>
              <a:t>진행 예정</a:t>
            </a:r>
            <a:endParaRPr lang="ko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749E771-747E-3CF8-491A-A7A180D93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 rtlCol="0" anchor="ctr">
            <a:normAutofit/>
          </a:bodyPr>
          <a:lstStyle/>
          <a:p>
            <a:pPr rtl="0">
              <a:lnSpc>
                <a:spcPct val="90000"/>
              </a:lnSpc>
              <a:spcAft>
                <a:spcPts val="600"/>
              </a:spcAft>
            </a:pPr>
            <a:r>
              <a:rPr lang="en-US" sz="2000" dirty="0"/>
              <a:t>5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649126F-F514-867B-AC26-D49420CBD838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293812" y="2438400"/>
            <a:ext cx="4911725" cy="4114799"/>
          </a:xfrm>
        </p:spPr>
        <p:txBody>
          <a:bodyPr rtlCol="0">
            <a:normAutofit/>
          </a:bodyPr>
          <a:lstStyle/>
          <a:p>
            <a:r>
              <a:rPr lang="en-US" altLang="ko" dirty="0"/>
              <a:t>Step 2</a:t>
            </a:r>
          </a:p>
          <a:p>
            <a:r>
              <a:rPr lang="en-US" altLang="ko-KR" dirty="0"/>
              <a:t>AI</a:t>
            </a:r>
            <a:r>
              <a:rPr lang="ko-KR" altLang="en-US" dirty="0"/>
              <a:t>가 각</a:t>
            </a:r>
            <a:r>
              <a:rPr lang="en-US" altLang="ko" dirty="0"/>
              <a:t> </a:t>
            </a:r>
            <a:r>
              <a:rPr lang="ko-KR" altLang="en-US" dirty="0"/>
              <a:t>기능들을 호출할 수 있도록 인터페이스 구현</a:t>
            </a:r>
            <a:endParaRPr lang="en-US" altLang="ko-KR" dirty="0"/>
          </a:p>
          <a:p>
            <a:r>
              <a:rPr lang="ko-KR" altLang="en-US" dirty="0"/>
              <a:t>주간 일정 설계</a:t>
            </a:r>
            <a:r>
              <a:rPr lang="en-US" altLang="ko-KR" dirty="0"/>
              <a:t>, </a:t>
            </a:r>
            <a:r>
              <a:rPr lang="ko-KR" altLang="en-US" dirty="0"/>
              <a:t>조율을 위한 </a:t>
            </a:r>
            <a:r>
              <a:rPr lang="en-US" altLang="ko-KR" dirty="0"/>
              <a:t>AI </a:t>
            </a:r>
            <a:r>
              <a:rPr lang="ko-KR" altLang="en-US" dirty="0"/>
              <a:t>에이전트 설계</a:t>
            </a:r>
            <a:endParaRPr lang="en-US" altLang="ko-KR" dirty="0"/>
          </a:p>
          <a:p>
            <a:endParaRPr lang="en-US" altLang="ko" dirty="0"/>
          </a:p>
          <a:p>
            <a:endParaRPr lang="en-US" altLang="ko" dirty="0"/>
          </a:p>
        </p:txBody>
      </p:sp>
      <p:pic>
        <p:nvPicPr>
          <p:cNvPr id="2052" name="Picture 4" descr="Google for Developers's Video on X">
            <a:extLst>
              <a:ext uri="{FF2B5EF4-FFF2-40B4-BE49-F238E27FC236}">
                <a16:creationId xmlns:a16="http://schemas.microsoft.com/office/drawing/2014/main" id="{EDE772A6-75A5-28FD-D41F-BCE5B6A998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225" r="-3" b="-3"/>
          <a:stretch>
            <a:fillRect/>
          </a:stretch>
        </p:blipFill>
        <p:spPr bwMode="auto">
          <a:xfrm>
            <a:off x="6516689" y="2438400"/>
            <a:ext cx="4911725" cy="4114799"/>
          </a:xfrm>
          <a:prstGeom prst="rect">
            <a:avLst/>
          </a:prstGeom>
          <a:solidFill>
            <a:srgbClr val="FFFFFF"/>
          </a:solidFill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789710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439B43-D063-5027-D569-B7369378BE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086433E9-D492-8013-8FFA-5A9662D9DA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rtlCol="0" anchor="t">
            <a:normAutofit/>
          </a:bodyPr>
          <a:lstStyle/>
          <a:p>
            <a:pPr rtl="0"/>
            <a:r>
              <a:rPr lang="ko-KR" altLang="en-US" dirty="0"/>
              <a:t>진행 예정</a:t>
            </a:r>
            <a:endParaRPr lang="ko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4405AF5-0E12-2E8F-88C6-96AF707BF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 rtlCol="0" anchor="ctr">
            <a:normAutofit/>
          </a:bodyPr>
          <a:lstStyle/>
          <a:p>
            <a:pPr rtl="0">
              <a:lnSpc>
                <a:spcPct val="90000"/>
              </a:lnSpc>
              <a:spcAft>
                <a:spcPts val="600"/>
              </a:spcAft>
            </a:pPr>
            <a:r>
              <a:rPr lang="en-US" sz="2000" dirty="0"/>
              <a:t>6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AFC43DF-98B4-36C6-66CD-B84A3E38F1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274" y="2286000"/>
            <a:ext cx="4572000" cy="3962400"/>
          </a:xfrm>
        </p:spPr>
        <p:txBody>
          <a:bodyPr rtlCol="0">
            <a:normAutofit/>
          </a:bodyPr>
          <a:lstStyle/>
          <a:p>
            <a:r>
              <a:rPr lang="en-US" altLang="ko" dirty="0"/>
              <a:t>Step 3</a:t>
            </a:r>
          </a:p>
          <a:p>
            <a:r>
              <a:rPr lang="ko-KR" altLang="en-US" dirty="0"/>
              <a:t>구글</a:t>
            </a:r>
            <a:r>
              <a:rPr lang="en-US" altLang="ko" dirty="0"/>
              <a:t> </a:t>
            </a:r>
            <a:r>
              <a:rPr lang="en-US" altLang="ko" dirty="0" err="1"/>
              <a:t>Oauth</a:t>
            </a:r>
            <a:r>
              <a:rPr lang="en-US" altLang="ko" dirty="0"/>
              <a:t> </a:t>
            </a:r>
            <a:r>
              <a:rPr lang="ko-KR" altLang="en-US" dirty="0"/>
              <a:t>연동</a:t>
            </a:r>
            <a:r>
              <a:rPr lang="en-US" altLang="ko-KR" dirty="0"/>
              <a:t>, </a:t>
            </a:r>
            <a:r>
              <a:rPr lang="ko-KR" altLang="en-US" dirty="0" err="1"/>
              <a:t>온보딩</a:t>
            </a:r>
            <a:r>
              <a:rPr lang="ko-KR" altLang="en-US" dirty="0"/>
              <a:t> 페이지 구현</a:t>
            </a:r>
            <a:endParaRPr lang="en-US" altLang="ko-KR" dirty="0"/>
          </a:p>
          <a:p>
            <a:r>
              <a:rPr lang="en-US" altLang="ko" dirty="0"/>
              <a:t>E2E </a:t>
            </a:r>
            <a:r>
              <a:rPr lang="ko-KR" altLang="en-US" dirty="0"/>
              <a:t>테스트 및 배포</a:t>
            </a:r>
            <a:endParaRPr lang="en-US" altLang="ko" dirty="0"/>
          </a:p>
          <a:p>
            <a:endParaRPr lang="en-US" altLang="ko" dirty="0"/>
          </a:p>
        </p:txBody>
      </p:sp>
      <p:pic>
        <p:nvPicPr>
          <p:cNvPr id="3074" name="Picture 2" descr="Implementing Google OAuth2 in your website - Learnings of a developer">
            <a:extLst>
              <a:ext uri="{FF2B5EF4-FFF2-40B4-BE49-F238E27FC236}">
                <a16:creationId xmlns:a16="http://schemas.microsoft.com/office/drawing/2014/main" id="{09ED1A8B-C73F-C35B-56F8-1F88C25A43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22404" y="1844824"/>
            <a:ext cx="5562600" cy="3713035"/>
          </a:xfrm>
          <a:prstGeom prst="rect">
            <a:avLst/>
          </a:prstGeom>
          <a:solidFill>
            <a:srgbClr val="FFFFFF"/>
          </a:solidFill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53342011"/>
      </p:ext>
    </p:extLst>
  </p:cSld>
  <p:clrMapOvr>
    <a:masterClrMapping/>
  </p:clrMapOvr>
</p:sld>
</file>

<file path=ppt/theme/theme1.xml><?xml version="1.0" encoding="utf-8"?>
<a:theme xmlns:a="http://schemas.openxmlformats.org/drawingml/2006/main" name="사용자 지정">
  <a:themeElements>
    <a:clrScheme name="Custom 174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E1EAED"/>
      </a:accent6>
      <a:hlink>
        <a:srgbClr val="9454C3"/>
      </a:hlink>
      <a:folHlink>
        <a:srgbClr val="3EBBF0"/>
      </a:folHlink>
    </a:clrScheme>
    <a:fontScheme name="Custom 30">
      <a:majorFont>
        <a:latin typeface="Century Gothic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dirty="0"/>
        </a:defPPr>
      </a:lstStyle>
      <a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>
          <a:solidFill>
            <a:schemeClr val="bg2"/>
          </a:solidFill>
        </a:ln>
      </a:spPr>
      <a:bodyPr wrap="square" rtlCol="0" anchor="ctr" anchorCtr="1">
        <a:spAutoFit/>
      </a:bodyPr>
      <a:lstStyle>
        <a:defPPr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TF03460663_Win32" id="{BD57EF29-CCEE-4440-8C78-C3328F4491EF}" vid="{13F87B77-CA71-4CC7-AD19-20A326179223}"/>
    </a:ext>
  </a:extLst>
</a:theme>
</file>

<file path=ppt/theme/theme2.xml><?xml version="1.0" encoding="utf-8"?>
<a:theme xmlns:a="http://schemas.openxmlformats.org/drawingml/2006/main" name="Office 테마">
  <a:themeElements>
    <a:clrScheme name="Blue Red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Century Gothic-Palatino Linotyp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Blue Red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Century Gothic-Palatino Linotyp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4C37B52A-9EC8-4B7A-85C4-31F7EAFE403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0C06458-EC9A-428C-9123-A760B9587A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F050606-E255-48B6-AE23-CE03A589EB22}">
  <ds:schemaRefs>
    <ds:schemaRef ds:uri="http://schemas.microsoft.com/office/infopath/2007/PartnerControls"/>
    <ds:schemaRef ds:uri="http://schemas.microsoft.com/office/2006/metadata/properties"/>
    <ds:schemaRef ds:uri="http://purl.org/dc/dcmitype/"/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230e9df3-be65-4c73-a93b-d1236ebd677e"/>
    <ds:schemaRef ds:uri="16c05727-aa75-4e4a-9b5f-8a80a1165891"/>
    <ds:schemaRef ds:uri="http://schemas.microsoft.com/sharepoint/v3"/>
    <ds:schemaRef ds:uri="71af3243-3dd4-4a8d-8c0d-dd76da1f02a5"/>
    <ds:schemaRef ds:uri="http://www.w3.org/XML/1998/namespace"/>
    <ds:schemaRef ds:uri="http://purl.org/dc/terms/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비즈니스 전략 슬라이드</Template>
  <TotalTime>25</TotalTime>
  <Words>175</Words>
  <Application>Microsoft Office PowerPoint</Application>
  <PresentationFormat>사용자 지정</PresentationFormat>
  <Paragraphs>42</Paragraphs>
  <Slides>7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2" baseType="lpstr">
      <vt:lpstr>Malgun Gothic</vt:lpstr>
      <vt:lpstr>Arial</vt:lpstr>
      <vt:lpstr>Century Gothic</vt:lpstr>
      <vt:lpstr>Palatino Linotype</vt:lpstr>
      <vt:lpstr>사용자 지정</vt:lpstr>
      <vt:lpstr>Time table</vt:lpstr>
      <vt:lpstr>문제 정의</vt:lpstr>
      <vt:lpstr>목표 정의</vt:lpstr>
      <vt:lpstr>구현 계획</vt:lpstr>
      <vt:lpstr>구현 완료</vt:lpstr>
      <vt:lpstr>진행 예정</vt:lpstr>
      <vt:lpstr>진행 예정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근산 이</dc:creator>
  <cp:lastModifiedBy>근산 이</cp:lastModifiedBy>
  <cp:revision>1</cp:revision>
  <dcterms:created xsi:type="dcterms:W3CDTF">2026-04-23T13:58:46Z</dcterms:created>
  <dcterms:modified xsi:type="dcterms:W3CDTF">2026-04-23T14:23:49Z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Order">
    <vt:r8>74069400</vt:r8>
  </property>
  <property fmtid="{D5CDD505-2E9C-101B-9397-08002B2CF9AE}" pid="4" name="HiddenCategoryTags">
    <vt:lpwstr/>
  </property>
  <property fmtid="{D5CDD505-2E9C-101B-9397-08002B2CF9AE}" pid="5" name="InternalTags">
    <vt:lpwstr/>
  </property>
  <property fmtid="{D5CDD505-2E9C-101B-9397-08002B2CF9AE}" pid="6" name="FeatureTags">
    <vt:lpwstr/>
  </property>
  <property fmtid="{D5CDD505-2E9C-101B-9397-08002B2CF9AE}" pid="7" name="LocalizationTags">
    <vt:lpwstr/>
  </property>
  <property fmtid="{D5CDD505-2E9C-101B-9397-08002B2CF9AE}" pid="8" name="CategoryTags">
    <vt:lpwstr/>
  </property>
  <property fmtid="{D5CDD505-2E9C-101B-9397-08002B2CF9AE}" pid="9" name="Applications">
    <vt:lpwstr/>
  </property>
  <property fmtid="{D5CDD505-2E9C-101B-9397-08002B2CF9AE}" pid="10" name="CampaignTags">
    <vt:lpwstr/>
  </property>
  <property fmtid="{D5CDD505-2E9C-101B-9397-08002B2CF9AE}" pid="11" name="ScenarioTags">
    <vt:lpwstr/>
  </property>
  <property fmtid="{D5CDD505-2E9C-101B-9397-08002B2CF9AE}" pid="12" name="MediaServiceImageTags">
    <vt:lpwstr/>
  </property>
</Properties>
</file>